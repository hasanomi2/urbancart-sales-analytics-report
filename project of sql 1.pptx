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1" r:id="rId6"/>
    <p:sldId id="263" r:id="rId7"/>
    <p:sldId id="264" r:id="rId8"/>
    <p:sldId id="265" r:id="rId9"/>
    <p:sldId id="267" r:id="rId10"/>
    <p:sldId id="268" r:id="rId11"/>
    <p:sldId id="270" r:id="rId12"/>
    <p:sldId id="271" r:id="rId13"/>
    <p:sldId id="272" r:id="rId14"/>
    <p:sldId id="273" r:id="rId15"/>
    <p:sldId id="274" r:id="rId16"/>
    <p:sldId id="275" r:id="rId17"/>
    <p:sldId id="276" r:id="rId18"/>
    <p:sldId id="278" r:id="rId19"/>
    <p:sldId id="279" r:id="rId20"/>
    <p:sldId id="280" r:id="rId21"/>
    <p:sldId id="281" r:id="rId22"/>
    <p:sldId id="282" r:id="rId23"/>
    <p:sldId id="283" r:id="rId24"/>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124" d="100"/>
          <a:sy n="124" d="100"/>
        </p:scale>
        <p:origin x="96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san omi" userId="1618d8189b3fbbd3" providerId="LiveId" clId="{35FDD8E8-4AA1-42B7-925C-4E3BC23E8B8A}"/>
    <pc:docChg chg="undo custSel addSld delSld modSld">
      <pc:chgData name="hasan omi" userId="1618d8189b3fbbd3" providerId="LiveId" clId="{35FDD8E8-4AA1-42B7-925C-4E3BC23E8B8A}" dt="2026-01-22T04:43:35.458" v="4269" actId="1037"/>
      <pc:docMkLst>
        <pc:docMk/>
      </pc:docMkLst>
      <pc:sldChg chg="modSp mod">
        <pc:chgData name="hasan omi" userId="1618d8189b3fbbd3" providerId="LiveId" clId="{35FDD8E8-4AA1-42B7-925C-4E3BC23E8B8A}" dt="2026-01-21T07:35:59.221" v="3501" actId="12"/>
        <pc:sldMkLst>
          <pc:docMk/>
          <pc:sldMk cId="816186605" sldId="257"/>
        </pc:sldMkLst>
        <pc:spChg chg="mod">
          <ac:chgData name="hasan omi" userId="1618d8189b3fbbd3" providerId="LiveId" clId="{35FDD8E8-4AA1-42B7-925C-4E3BC23E8B8A}" dt="2026-01-21T07:35:54.286" v="3500" actId="12"/>
          <ac:spMkLst>
            <pc:docMk/>
            <pc:sldMk cId="816186605" sldId="257"/>
            <ac:spMk id="3" creationId="{1C5AAF5A-0FF2-5027-567F-5E592CEFD21C}"/>
          </ac:spMkLst>
        </pc:spChg>
        <pc:spChg chg="mod">
          <ac:chgData name="hasan omi" userId="1618d8189b3fbbd3" providerId="LiveId" clId="{35FDD8E8-4AA1-42B7-925C-4E3BC23E8B8A}" dt="2026-01-21T07:35:59.221" v="3501" actId="12"/>
          <ac:spMkLst>
            <pc:docMk/>
            <pc:sldMk cId="816186605" sldId="257"/>
            <ac:spMk id="10" creationId="{5C8B34C8-6DE6-F62C-2156-2992BB3CF1BB}"/>
          </ac:spMkLst>
        </pc:spChg>
      </pc:sldChg>
      <pc:sldChg chg="addSp delSp modSp mod">
        <pc:chgData name="hasan omi" userId="1618d8189b3fbbd3" providerId="LiveId" clId="{35FDD8E8-4AA1-42B7-925C-4E3BC23E8B8A}" dt="2026-01-22T03:11:18.203" v="3827" actId="1076"/>
        <pc:sldMkLst>
          <pc:docMk/>
          <pc:sldMk cId="4220962451" sldId="258"/>
        </pc:sldMkLst>
        <pc:spChg chg="mod">
          <ac:chgData name="hasan omi" userId="1618d8189b3fbbd3" providerId="LiveId" clId="{35FDD8E8-4AA1-42B7-925C-4E3BC23E8B8A}" dt="2026-01-22T03:10:32.859" v="3818" actId="1076"/>
          <ac:spMkLst>
            <pc:docMk/>
            <pc:sldMk cId="4220962451" sldId="258"/>
            <ac:spMk id="3" creationId="{4C95ECE6-23AD-7D09-BE8C-C4F6868BF29B}"/>
          </ac:spMkLst>
        </pc:spChg>
        <pc:spChg chg="add mod">
          <ac:chgData name="hasan omi" userId="1618d8189b3fbbd3" providerId="LiveId" clId="{35FDD8E8-4AA1-42B7-925C-4E3BC23E8B8A}" dt="2026-01-22T03:10:47.507" v="3820" actId="14100"/>
          <ac:spMkLst>
            <pc:docMk/>
            <pc:sldMk cId="4220962451" sldId="258"/>
            <ac:spMk id="4" creationId="{D498009E-7E91-E5B3-8962-DD10F27EDE42}"/>
          </ac:spMkLst>
        </pc:spChg>
        <pc:spChg chg="add mod">
          <ac:chgData name="hasan omi" userId="1618d8189b3fbbd3" providerId="LiveId" clId="{35FDD8E8-4AA1-42B7-925C-4E3BC23E8B8A}" dt="2026-01-22T03:11:18.203" v="3827" actId="1076"/>
          <ac:spMkLst>
            <pc:docMk/>
            <pc:sldMk cId="4220962451" sldId="258"/>
            <ac:spMk id="7" creationId="{8A8DD7C0-BFA6-7F26-8300-2CF21CA50C56}"/>
          </ac:spMkLst>
        </pc:spChg>
        <pc:spChg chg="mod">
          <ac:chgData name="hasan omi" userId="1618d8189b3fbbd3" providerId="LiveId" clId="{35FDD8E8-4AA1-42B7-925C-4E3BC23E8B8A}" dt="2026-01-22T03:10:22.475" v="3816" actId="1076"/>
          <ac:spMkLst>
            <pc:docMk/>
            <pc:sldMk cId="4220962451" sldId="258"/>
            <ac:spMk id="11" creationId="{C30A4722-CE17-54FE-9FC0-7E857F9662D2}"/>
          </ac:spMkLst>
        </pc:spChg>
        <pc:picChg chg="add mod">
          <ac:chgData name="hasan omi" userId="1618d8189b3fbbd3" providerId="LiveId" clId="{35FDD8E8-4AA1-42B7-925C-4E3BC23E8B8A}" dt="2026-01-22T03:11:05.595" v="3825" actId="14100"/>
          <ac:picMkLst>
            <pc:docMk/>
            <pc:sldMk cId="4220962451" sldId="258"/>
            <ac:picMk id="5" creationId="{40E20B21-06ED-CE15-32C8-20A7AD5A9F33}"/>
          </ac:picMkLst>
        </pc:picChg>
        <pc:picChg chg="del">
          <ac:chgData name="hasan omi" userId="1618d8189b3fbbd3" providerId="LiveId" clId="{35FDD8E8-4AA1-42B7-925C-4E3BC23E8B8A}" dt="2026-01-21T04:29:33.742" v="2423" actId="478"/>
          <ac:picMkLst>
            <pc:docMk/>
            <pc:sldMk cId="4220962451" sldId="258"/>
            <ac:picMk id="13" creationId="{512003E7-D42B-5942-6191-1A85D065BE66}"/>
          </ac:picMkLst>
        </pc:picChg>
        <pc:picChg chg="mod">
          <ac:chgData name="hasan omi" userId="1618d8189b3fbbd3" providerId="LiveId" clId="{35FDD8E8-4AA1-42B7-925C-4E3BC23E8B8A}" dt="2026-01-22T03:10:25.483" v="3817" actId="1076"/>
          <ac:picMkLst>
            <pc:docMk/>
            <pc:sldMk cId="4220962451" sldId="258"/>
            <ac:picMk id="17" creationId="{4356DB51-15B6-7BF9-4764-061358C6EB5B}"/>
          </ac:picMkLst>
        </pc:picChg>
      </pc:sldChg>
      <pc:sldChg chg="addSp delSp modSp mod">
        <pc:chgData name="hasan omi" userId="1618d8189b3fbbd3" providerId="LiveId" clId="{35FDD8E8-4AA1-42B7-925C-4E3BC23E8B8A}" dt="2026-01-22T04:32:40.145" v="4001" actId="1076"/>
        <pc:sldMkLst>
          <pc:docMk/>
          <pc:sldMk cId="2612034027" sldId="259"/>
        </pc:sldMkLst>
        <pc:spChg chg="del mod">
          <ac:chgData name="hasan omi" userId="1618d8189b3fbbd3" providerId="LiveId" clId="{35FDD8E8-4AA1-42B7-925C-4E3BC23E8B8A}" dt="2026-01-22T03:11:32.334" v="3828" actId="478"/>
          <ac:spMkLst>
            <pc:docMk/>
            <pc:sldMk cId="2612034027" sldId="259"/>
            <ac:spMk id="2" creationId="{BCFC2AE5-64B1-5D90-DE20-CECEFCE96A65}"/>
          </ac:spMkLst>
        </pc:spChg>
        <pc:spChg chg="del mod">
          <ac:chgData name="hasan omi" userId="1618d8189b3fbbd3" providerId="LiveId" clId="{35FDD8E8-4AA1-42B7-925C-4E3BC23E8B8A}" dt="2026-01-22T03:11:36.964" v="3831" actId="478"/>
          <ac:spMkLst>
            <pc:docMk/>
            <pc:sldMk cId="2612034027" sldId="259"/>
            <ac:spMk id="3" creationId="{8E04DB8A-658F-FA04-D0EA-4349F914FD84}"/>
          </ac:spMkLst>
        </pc:spChg>
        <pc:spChg chg="add mod">
          <ac:chgData name="hasan omi" userId="1618d8189b3fbbd3" providerId="LiveId" clId="{35FDD8E8-4AA1-42B7-925C-4E3BC23E8B8A}" dt="2026-01-22T04:32:35.474" v="4000" actId="1076"/>
          <ac:spMkLst>
            <pc:docMk/>
            <pc:sldMk cId="2612034027" sldId="259"/>
            <ac:spMk id="4" creationId="{00DD5D80-FB6A-3844-9A07-EEE3B2056C90}"/>
          </ac:spMkLst>
        </pc:spChg>
        <pc:spChg chg="add mod">
          <ac:chgData name="hasan omi" userId="1618d8189b3fbbd3" providerId="LiveId" clId="{35FDD8E8-4AA1-42B7-925C-4E3BC23E8B8A}" dt="2026-01-22T04:32:32.313" v="3998" actId="1076"/>
          <ac:spMkLst>
            <pc:docMk/>
            <pc:sldMk cId="2612034027" sldId="259"/>
            <ac:spMk id="6" creationId="{7082C486-E07A-F57D-383F-762F0F2F932B}"/>
          </ac:spMkLst>
        </pc:spChg>
        <pc:spChg chg="add del mod">
          <ac:chgData name="hasan omi" userId="1618d8189b3fbbd3" providerId="LiveId" clId="{35FDD8E8-4AA1-42B7-925C-4E3BC23E8B8A}" dt="2026-01-22T03:11:45.930" v="3832" actId="478"/>
          <ac:spMkLst>
            <pc:docMk/>
            <pc:sldMk cId="2612034027" sldId="259"/>
            <ac:spMk id="9" creationId="{06785555-C766-F416-22B7-A2F2C11F100C}"/>
          </ac:spMkLst>
        </pc:spChg>
        <pc:spChg chg="add del mod">
          <ac:chgData name="hasan omi" userId="1618d8189b3fbbd3" providerId="LiveId" clId="{35FDD8E8-4AA1-42B7-925C-4E3BC23E8B8A}" dt="2026-01-22T03:11:47.481" v="3833" actId="478"/>
          <ac:spMkLst>
            <pc:docMk/>
            <pc:sldMk cId="2612034027" sldId="259"/>
            <ac:spMk id="11" creationId="{E36DED93-ADF3-28D3-A145-DC8A88B05081}"/>
          </ac:spMkLst>
        </pc:spChg>
        <pc:spChg chg="add mod">
          <ac:chgData name="hasan omi" userId="1618d8189b3fbbd3" providerId="LiveId" clId="{35FDD8E8-4AA1-42B7-925C-4E3BC23E8B8A}" dt="2026-01-22T04:31:56.138" v="3989" actId="1076"/>
          <ac:spMkLst>
            <pc:docMk/>
            <pc:sldMk cId="2612034027" sldId="259"/>
            <ac:spMk id="12" creationId="{31EA381D-5D9D-118D-4834-F686E91B36CC}"/>
          </ac:spMkLst>
        </pc:spChg>
        <pc:spChg chg="add mod">
          <ac:chgData name="hasan omi" userId="1618d8189b3fbbd3" providerId="LiveId" clId="{35FDD8E8-4AA1-42B7-925C-4E3BC23E8B8A}" dt="2026-01-22T04:32:40.145" v="4001" actId="1076"/>
          <ac:spMkLst>
            <pc:docMk/>
            <pc:sldMk cId="2612034027" sldId="259"/>
            <ac:spMk id="15" creationId="{DA977731-4138-8592-7838-7FC6074C2D46}"/>
          </ac:spMkLst>
        </pc:spChg>
        <pc:picChg chg="del mod">
          <ac:chgData name="hasan omi" userId="1618d8189b3fbbd3" providerId="LiveId" clId="{35FDD8E8-4AA1-42B7-925C-4E3BC23E8B8A}" dt="2026-01-22T03:11:33.058" v="3829" actId="478"/>
          <ac:picMkLst>
            <pc:docMk/>
            <pc:sldMk cId="2612034027" sldId="259"/>
            <ac:picMk id="7" creationId="{814E30A6-4C46-817D-D9BB-5225B8784773}"/>
          </ac:picMkLst>
        </pc:picChg>
        <pc:picChg chg="add mod">
          <ac:chgData name="hasan omi" userId="1618d8189b3fbbd3" providerId="LiveId" clId="{35FDD8E8-4AA1-42B7-925C-4E3BC23E8B8A}" dt="2026-01-22T04:32:33.418" v="3999" actId="1076"/>
          <ac:picMkLst>
            <pc:docMk/>
            <pc:sldMk cId="2612034027" sldId="259"/>
            <ac:picMk id="8" creationId="{5619E378-17A2-3713-D406-22C803B9BA00}"/>
          </ac:picMkLst>
        </pc:picChg>
        <pc:picChg chg="add mod">
          <ac:chgData name="hasan omi" userId="1618d8189b3fbbd3" providerId="LiveId" clId="{35FDD8E8-4AA1-42B7-925C-4E3BC23E8B8A}" dt="2026-01-22T04:32:02.738" v="3992" actId="1076"/>
          <ac:picMkLst>
            <pc:docMk/>
            <pc:sldMk cId="2612034027" sldId="259"/>
            <ac:picMk id="13" creationId="{68EB6B09-D68D-EC3A-5B49-61AC917C7F0B}"/>
          </ac:picMkLst>
        </pc:picChg>
      </pc:sldChg>
      <pc:sldChg chg="addSp delSp modSp del mod">
        <pc:chgData name="hasan omi" userId="1618d8189b3fbbd3" providerId="LiveId" clId="{35FDD8E8-4AA1-42B7-925C-4E3BC23E8B8A}" dt="2026-01-22T03:13:28.872" v="3853" actId="2696"/>
        <pc:sldMkLst>
          <pc:docMk/>
          <pc:sldMk cId="546863263" sldId="260"/>
        </pc:sldMkLst>
        <pc:spChg chg="del mod">
          <ac:chgData name="hasan omi" userId="1618d8189b3fbbd3" providerId="LiveId" clId="{35FDD8E8-4AA1-42B7-925C-4E3BC23E8B8A}" dt="2026-01-22T03:13:23.485" v="3850" actId="478"/>
          <ac:spMkLst>
            <pc:docMk/>
            <pc:sldMk cId="546863263" sldId="260"/>
            <ac:spMk id="2" creationId="{0874DA47-4B54-CBD8-61C7-140393B4C4A1}"/>
          </ac:spMkLst>
        </pc:spChg>
        <pc:spChg chg="mod">
          <ac:chgData name="hasan omi" userId="1618d8189b3fbbd3" providerId="LiveId" clId="{35FDD8E8-4AA1-42B7-925C-4E3BC23E8B8A}" dt="2026-01-21T07:35:38.030" v="3498" actId="12"/>
          <ac:spMkLst>
            <pc:docMk/>
            <pc:sldMk cId="546863263" sldId="260"/>
            <ac:spMk id="3" creationId="{26AA9704-8F5A-4237-BB62-59741F65CCC4}"/>
          </ac:spMkLst>
        </pc:spChg>
        <pc:spChg chg="add mod">
          <ac:chgData name="hasan omi" userId="1618d8189b3fbbd3" providerId="LiveId" clId="{35FDD8E8-4AA1-42B7-925C-4E3BC23E8B8A}" dt="2026-01-22T03:13:23.485" v="3850" actId="478"/>
          <ac:spMkLst>
            <pc:docMk/>
            <pc:sldMk cId="546863263" sldId="260"/>
            <ac:spMk id="5" creationId="{0DAE2E62-4AFF-0CD9-863A-A2E66D325B58}"/>
          </ac:spMkLst>
        </pc:spChg>
        <pc:spChg chg="del mod">
          <ac:chgData name="hasan omi" userId="1618d8189b3fbbd3" providerId="LiveId" clId="{35FDD8E8-4AA1-42B7-925C-4E3BC23E8B8A}" dt="2026-01-19T04:44:51.532" v="6" actId="478"/>
          <ac:spMkLst>
            <pc:docMk/>
            <pc:sldMk cId="546863263" sldId="260"/>
            <ac:spMk id="5" creationId="{51828CD4-ED98-516B-A981-DD54ACEA409D}"/>
          </ac:spMkLst>
        </pc:spChg>
        <pc:picChg chg="del">
          <ac:chgData name="hasan omi" userId="1618d8189b3fbbd3" providerId="LiveId" clId="{35FDD8E8-4AA1-42B7-925C-4E3BC23E8B8A}" dt="2026-01-21T04:29:11.695" v="2418" actId="478"/>
          <ac:picMkLst>
            <pc:docMk/>
            <pc:sldMk cId="546863263" sldId="260"/>
            <ac:picMk id="7" creationId="{F2AE5CE9-C030-129F-9F53-E997046DA706}"/>
          </ac:picMkLst>
        </pc:picChg>
        <pc:picChg chg="del mod">
          <ac:chgData name="hasan omi" userId="1618d8189b3fbbd3" providerId="LiveId" clId="{35FDD8E8-4AA1-42B7-925C-4E3BC23E8B8A}" dt="2026-01-22T03:13:24.634" v="3852" actId="478"/>
          <ac:picMkLst>
            <pc:docMk/>
            <pc:sldMk cId="546863263" sldId="260"/>
            <ac:picMk id="9" creationId="{37EE9BB7-9266-F94C-E015-3D5B005432C4}"/>
          </ac:picMkLst>
        </pc:picChg>
      </pc:sldChg>
      <pc:sldChg chg="addSp delSp modSp new mod">
        <pc:chgData name="hasan omi" userId="1618d8189b3fbbd3" providerId="LiveId" clId="{35FDD8E8-4AA1-42B7-925C-4E3BC23E8B8A}" dt="2026-01-22T03:18:08.723" v="3940" actId="1076"/>
        <pc:sldMkLst>
          <pc:docMk/>
          <pc:sldMk cId="1377203248" sldId="261"/>
        </pc:sldMkLst>
        <pc:spChg chg="mod">
          <ac:chgData name="hasan omi" userId="1618d8189b3fbbd3" providerId="LiveId" clId="{35FDD8E8-4AA1-42B7-925C-4E3BC23E8B8A}" dt="2026-01-22T03:17:16.812" v="3899" actId="1076"/>
          <ac:spMkLst>
            <pc:docMk/>
            <pc:sldMk cId="1377203248" sldId="261"/>
            <ac:spMk id="2" creationId="{3B54CE1D-FEC5-EDAF-9EC4-DAC3B9EC64D6}"/>
          </ac:spMkLst>
        </pc:spChg>
        <pc:spChg chg="mod">
          <ac:chgData name="hasan omi" userId="1618d8189b3fbbd3" providerId="LiveId" clId="{35FDD8E8-4AA1-42B7-925C-4E3BC23E8B8A}" dt="2026-01-22T03:17:39.564" v="3907" actId="1076"/>
          <ac:spMkLst>
            <pc:docMk/>
            <pc:sldMk cId="1377203248" sldId="261"/>
            <ac:spMk id="3" creationId="{D9402B79-D619-DFF8-F383-42E8B6EE4F98}"/>
          </ac:spMkLst>
        </pc:spChg>
        <pc:spChg chg="add mod">
          <ac:chgData name="hasan omi" userId="1618d8189b3fbbd3" providerId="LiveId" clId="{35FDD8E8-4AA1-42B7-925C-4E3BC23E8B8A}" dt="2026-01-22T03:17:53.732" v="3937" actId="14100"/>
          <ac:spMkLst>
            <pc:docMk/>
            <pc:sldMk cId="1377203248" sldId="261"/>
            <ac:spMk id="5" creationId="{F5450D26-27F4-F674-4E4D-B5A9F8E3EE19}"/>
          </ac:spMkLst>
        </pc:spChg>
        <pc:spChg chg="add del mod">
          <ac:chgData name="hasan omi" userId="1618d8189b3fbbd3" providerId="LiveId" clId="{35FDD8E8-4AA1-42B7-925C-4E3BC23E8B8A}" dt="2026-01-19T12:16:10.836" v="494" actId="478"/>
          <ac:spMkLst>
            <pc:docMk/>
            <pc:sldMk cId="1377203248" sldId="261"/>
            <ac:spMk id="6" creationId="{E4DC716E-ACF4-4461-A282-C53E221DCA50}"/>
          </ac:spMkLst>
        </pc:spChg>
        <pc:spChg chg="add mod">
          <ac:chgData name="hasan omi" userId="1618d8189b3fbbd3" providerId="LiveId" clId="{35FDD8E8-4AA1-42B7-925C-4E3BC23E8B8A}" dt="2026-01-22T03:18:08.723" v="3940" actId="1076"/>
          <ac:spMkLst>
            <pc:docMk/>
            <pc:sldMk cId="1377203248" sldId="261"/>
            <ac:spMk id="8" creationId="{B5F7847B-538C-F5BA-ABDA-83B531955686}"/>
          </ac:spMkLst>
        </pc:spChg>
        <pc:picChg chg="add del mod">
          <ac:chgData name="hasan omi" userId="1618d8189b3fbbd3" providerId="LiveId" clId="{35FDD8E8-4AA1-42B7-925C-4E3BC23E8B8A}" dt="2026-01-19T12:18:57.402" v="573" actId="478"/>
          <ac:picMkLst>
            <pc:docMk/>
            <pc:sldMk cId="1377203248" sldId="261"/>
            <ac:picMk id="5" creationId="{24634A26-2205-B584-C912-0F3B89D9B708}"/>
          </ac:picMkLst>
        </pc:picChg>
        <pc:picChg chg="add mod">
          <ac:chgData name="hasan omi" userId="1618d8189b3fbbd3" providerId="LiveId" clId="{35FDD8E8-4AA1-42B7-925C-4E3BC23E8B8A}" dt="2026-01-22T03:17:56.540" v="3938" actId="1076"/>
          <ac:picMkLst>
            <pc:docMk/>
            <pc:sldMk cId="1377203248" sldId="261"/>
            <ac:picMk id="6" creationId="{496E10DC-E45A-1E25-91D8-B7225140BA81}"/>
          </ac:picMkLst>
        </pc:picChg>
        <pc:picChg chg="add del mod">
          <ac:chgData name="hasan omi" userId="1618d8189b3fbbd3" providerId="LiveId" clId="{35FDD8E8-4AA1-42B7-925C-4E3BC23E8B8A}" dt="2026-01-21T04:29:00.406" v="2415" actId="478"/>
          <ac:picMkLst>
            <pc:docMk/>
            <pc:sldMk cId="1377203248" sldId="261"/>
            <ac:picMk id="8" creationId="{6B4179EC-995A-0162-C5D7-D3C5A3B3200B}"/>
          </ac:picMkLst>
        </pc:picChg>
        <pc:picChg chg="add mod">
          <ac:chgData name="hasan omi" userId="1618d8189b3fbbd3" providerId="LiveId" clId="{35FDD8E8-4AA1-42B7-925C-4E3BC23E8B8A}" dt="2026-01-22T03:17:18.643" v="3900" actId="1076"/>
          <ac:picMkLst>
            <pc:docMk/>
            <pc:sldMk cId="1377203248" sldId="261"/>
            <ac:picMk id="10" creationId="{7C261193-F8B0-115C-7CC4-29C49D2AC61A}"/>
          </ac:picMkLst>
        </pc:picChg>
      </pc:sldChg>
      <pc:sldChg chg="addSp delSp modSp new add del mod">
        <pc:chgData name="hasan omi" userId="1618d8189b3fbbd3" providerId="LiveId" clId="{35FDD8E8-4AA1-42B7-925C-4E3BC23E8B8A}" dt="2026-01-22T03:18:45.304" v="3945" actId="47"/>
        <pc:sldMkLst>
          <pc:docMk/>
          <pc:sldMk cId="2967440310" sldId="262"/>
        </pc:sldMkLst>
        <pc:spChg chg="del mod">
          <ac:chgData name="hasan omi" userId="1618d8189b3fbbd3" providerId="LiveId" clId="{35FDD8E8-4AA1-42B7-925C-4E3BC23E8B8A}" dt="2026-01-22T03:18:17.573" v="3941" actId="478"/>
          <ac:spMkLst>
            <pc:docMk/>
            <pc:sldMk cId="2967440310" sldId="262"/>
            <ac:spMk id="2" creationId="{8DF3DD9E-E7CA-7EFA-5E1B-5EA92029D437}"/>
          </ac:spMkLst>
        </pc:spChg>
        <pc:spChg chg="mod">
          <ac:chgData name="hasan omi" userId="1618d8189b3fbbd3" providerId="LiveId" clId="{35FDD8E8-4AA1-42B7-925C-4E3BC23E8B8A}" dt="2026-01-21T07:35:21.629" v="3495" actId="12"/>
          <ac:spMkLst>
            <pc:docMk/>
            <pc:sldMk cId="2967440310" sldId="262"/>
            <ac:spMk id="3" creationId="{E11D03B7-1FE4-E698-58C8-D8EAF1DD6F97}"/>
          </ac:spMkLst>
        </pc:spChg>
        <pc:spChg chg="add mod">
          <ac:chgData name="hasan omi" userId="1618d8189b3fbbd3" providerId="LiveId" clId="{35FDD8E8-4AA1-42B7-925C-4E3BC23E8B8A}" dt="2026-01-22T03:18:17.573" v="3941" actId="478"/>
          <ac:spMkLst>
            <pc:docMk/>
            <pc:sldMk cId="2967440310" sldId="262"/>
            <ac:spMk id="6" creationId="{EADC5AD9-90FD-EC6E-EBAC-2103C04708A0}"/>
          </ac:spMkLst>
        </pc:spChg>
        <pc:picChg chg="add del mod">
          <ac:chgData name="hasan omi" userId="1618d8189b3fbbd3" providerId="LiveId" clId="{35FDD8E8-4AA1-42B7-925C-4E3BC23E8B8A}" dt="2026-01-22T03:18:19.715" v="3942" actId="478"/>
          <ac:picMkLst>
            <pc:docMk/>
            <pc:sldMk cId="2967440310" sldId="262"/>
            <ac:picMk id="5" creationId="{B81C840D-D4EB-EFA2-B98A-08781EE9C0B6}"/>
          </ac:picMkLst>
        </pc:picChg>
      </pc:sldChg>
      <pc:sldChg chg="addSp modSp new mod">
        <pc:chgData name="hasan omi" userId="1618d8189b3fbbd3" providerId="LiveId" clId="{35FDD8E8-4AA1-42B7-925C-4E3BC23E8B8A}" dt="2026-01-22T03:19:25.820" v="3954" actId="1076"/>
        <pc:sldMkLst>
          <pc:docMk/>
          <pc:sldMk cId="285857115" sldId="263"/>
        </pc:sldMkLst>
        <pc:spChg chg="mod">
          <ac:chgData name="hasan omi" userId="1618d8189b3fbbd3" providerId="LiveId" clId="{35FDD8E8-4AA1-42B7-925C-4E3BC23E8B8A}" dt="2026-01-22T03:19:11.940" v="3950" actId="1076"/>
          <ac:spMkLst>
            <pc:docMk/>
            <pc:sldMk cId="285857115" sldId="263"/>
            <ac:spMk id="2" creationId="{6433D5AB-4610-CEE6-E2D9-C1EEB8BCE055}"/>
          </ac:spMkLst>
        </pc:spChg>
        <pc:spChg chg="mod">
          <ac:chgData name="hasan omi" userId="1618d8189b3fbbd3" providerId="LiveId" clId="{35FDD8E8-4AA1-42B7-925C-4E3BC23E8B8A}" dt="2026-01-22T03:19:23.196" v="3953" actId="1076"/>
          <ac:spMkLst>
            <pc:docMk/>
            <pc:sldMk cId="285857115" sldId="263"/>
            <ac:spMk id="3" creationId="{78357D3C-DD9A-DB55-CB39-C7200FEFE1FA}"/>
          </ac:spMkLst>
        </pc:spChg>
        <pc:picChg chg="add mod">
          <ac:chgData name="hasan omi" userId="1618d8189b3fbbd3" providerId="LiveId" clId="{35FDD8E8-4AA1-42B7-925C-4E3BC23E8B8A}" dt="2026-01-22T03:19:25.820" v="3954" actId="1076"/>
          <ac:picMkLst>
            <pc:docMk/>
            <pc:sldMk cId="285857115" sldId="263"/>
            <ac:picMk id="5" creationId="{8BD0D8F8-A34A-BE1C-DEEA-B5D2574EA64F}"/>
          </ac:picMkLst>
        </pc:picChg>
      </pc:sldChg>
      <pc:sldChg chg="addSp modSp new mod">
        <pc:chgData name="hasan omi" userId="1618d8189b3fbbd3" providerId="LiveId" clId="{35FDD8E8-4AA1-42B7-925C-4E3BC23E8B8A}" dt="2026-01-21T07:35:00.743" v="3493" actId="12"/>
        <pc:sldMkLst>
          <pc:docMk/>
          <pc:sldMk cId="405992552" sldId="264"/>
        </pc:sldMkLst>
        <pc:spChg chg="mod">
          <ac:chgData name="hasan omi" userId="1618d8189b3fbbd3" providerId="LiveId" clId="{35FDD8E8-4AA1-42B7-925C-4E3BC23E8B8A}" dt="2026-01-20T04:38:07.903" v="1437" actId="1076"/>
          <ac:spMkLst>
            <pc:docMk/>
            <pc:sldMk cId="405992552" sldId="264"/>
            <ac:spMk id="2" creationId="{0F694EFB-E9A6-90BD-19BA-785FDC2E0288}"/>
          </ac:spMkLst>
        </pc:spChg>
        <pc:spChg chg="mod">
          <ac:chgData name="hasan omi" userId="1618d8189b3fbbd3" providerId="LiveId" clId="{35FDD8E8-4AA1-42B7-925C-4E3BC23E8B8A}" dt="2026-01-21T07:35:00.743" v="3493" actId="12"/>
          <ac:spMkLst>
            <pc:docMk/>
            <pc:sldMk cId="405992552" sldId="264"/>
            <ac:spMk id="3" creationId="{5E3B32BE-E4C9-1175-C72D-C9333D698F60}"/>
          </ac:spMkLst>
        </pc:spChg>
        <pc:picChg chg="add mod">
          <ac:chgData name="hasan omi" userId="1618d8189b3fbbd3" providerId="LiveId" clId="{35FDD8E8-4AA1-42B7-925C-4E3BC23E8B8A}" dt="2026-01-20T04:55:22.457" v="1766" actId="14100"/>
          <ac:picMkLst>
            <pc:docMk/>
            <pc:sldMk cId="405992552" sldId="264"/>
            <ac:picMk id="5" creationId="{DF9C01CD-7C2D-BC92-84E0-E7AC679A2F74}"/>
          </ac:picMkLst>
        </pc:picChg>
        <pc:picChg chg="add mod">
          <ac:chgData name="hasan omi" userId="1618d8189b3fbbd3" providerId="LiveId" clId="{35FDD8E8-4AA1-42B7-925C-4E3BC23E8B8A}" dt="2026-01-20T04:55:27.817" v="1768" actId="14100"/>
          <ac:picMkLst>
            <pc:docMk/>
            <pc:sldMk cId="405992552" sldId="264"/>
            <ac:picMk id="7" creationId="{2D054CED-E63C-BF96-EC4A-1D4D5F16CC82}"/>
          </ac:picMkLst>
        </pc:picChg>
        <pc:picChg chg="add mod">
          <ac:chgData name="hasan omi" userId="1618d8189b3fbbd3" providerId="LiveId" clId="{35FDD8E8-4AA1-42B7-925C-4E3BC23E8B8A}" dt="2026-01-20T04:55:35.737" v="1770" actId="1076"/>
          <ac:picMkLst>
            <pc:docMk/>
            <pc:sldMk cId="405992552" sldId="264"/>
            <ac:picMk id="9" creationId="{A91F224E-37EB-7860-7463-673FDABCD7F5}"/>
          </ac:picMkLst>
        </pc:picChg>
        <pc:picChg chg="add mod">
          <ac:chgData name="hasan omi" userId="1618d8189b3fbbd3" providerId="LiveId" clId="{35FDD8E8-4AA1-42B7-925C-4E3BC23E8B8A}" dt="2026-01-20T04:55:09.103" v="1764" actId="1035"/>
          <ac:picMkLst>
            <pc:docMk/>
            <pc:sldMk cId="405992552" sldId="264"/>
            <ac:picMk id="11" creationId="{2CD49F3E-42D6-0EA8-757A-5775FAFF9BDD}"/>
          </ac:picMkLst>
        </pc:picChg>
      </pc:sldChg>
      <pc:sldChg chg="addSp delSp modSp new mod">
        <pc:chgData name="hasan omi" userId="1618d8189b3fbbd3" providerId="LiveId" clId="{35FDD8E8-4AA1-42B7-925C-4E3BC23E8B8A}" dt="2026-01-22T03:22:22.764" v="3982" actId="1076"/>
        <pc:sldMkLst>
          <pc:docMk/>
          <pc:sldMk cId="3180441450" sldId="265"/>
        </pc:sldMkLst>
        <pc:spChg chg="mod">
          <ac:chgData name="hasan omi" userId="1618d8189b3fbbd3" providerId="LiveId" clId="{35FDD8E8-4AA1-42B7-925C-4E3BC23E8B8A}" dt="2026-01-22T03:20:08.236" v="3960" actId="1076"/>
          <ac:spMkLst>
            <pc:docMk/>
            <pc:sldMk cId="3180441450" sldId="265"/>
            <ac:spMk id="2" creationId="{2E16599B-3918-CE10-DEC5-65B9200B649B}"/>
          </ac:spMkLst>
        </pc:spChg>
        <pc:spChg chg="mod">
          <ac:chgData name="hasan omi" userId="1618d8189b3fbbd3" providerId="LiveId" clId="{35FDD8E8-4AA1-42B7-925C-4E3BC23E8B8A}" dt="2026-01-22T03:21:44.582" v="3977" actId="27636"/>
          <ac:spMkLst>
            <pc:docMk/>
            <pc:sldMk cId="3180441450" sldId="265"/>
            <ac:spMk id="3" creationId="{3602C018-AEAD-6EB1-E810-B19C0B0A63BD}"/>
          </ac:spMkLst>
        </pc:spChg>
        <pc:spChg chg="add mod">
          <ac:chgData name="hasan omi" userId="1618d8189b3fbbd3" providerId="LiveId" clId="{35FDD8E8-4AA1-42B7-925C-4E3BC23E8B8A}" dt="2026-01-22T03:22:11.653" v="3980" actId="404"/>
          <ac:spMkLst>
            <pc:docMk/>
            <pc:sldMk cId="3180441450" sldId="265"/>
            <ac:spMk id="6" creationId="{DA6BDA85-179E-F80B-477F-5FF94A028B01}"/>
          </ac:spMkLst>
        </pc:spChg>
        <pc:spChg chg="add mod">
          <ac:chgData name="hasan omi" userId="1618d8189b3fbbd3" providerId="LiveId" clId="{35FDD8E8-4AA1-42B7-925C-4E3BC23E8B8A}" dt="2026-01-22T03:22:22.764" v="3982" actId="1076"/>
          <ac:spMkLst>
            <pc:docMk/>
            <pc:sldMk cId="3180441450" sldId="265"/>
            <ac:spMk id="9" creationId="{2E305B1D-9DB1-A50A-E617-CF2DCFD50065}"/>
          </ac:spMkLst>
        </pc:spChg>
        <pc:picChg chg="add mod">
          <ac:chgData name="hasan omi" userId="1618d8189b3fbbd3" providerId="LiveId" clId="{35FDD8E8-4AA1-42B7-925C-4E3BC23E8B8A}" dt="2026-01-22T03:20:11.204" v="3961" actId="1076"/>
          <ac:picMkLst>
            <pc:docMk/>
            <pc:sldMk cId="3180441450" sldId="265"/>
            <ac:picMk id="5" creationId="{4FF03A9D-A940-828D-67F8-702092A6E205}"/>
          </ac:picMkLst>
        </pc:picChg>
        <pc:picChg chg="add del mod">
          <ac:chgData name="hasan omi" userId="1618d8189b3fbbd3" providerId="LiveId" clId="{35FDD8E8-4AA1-42B7-925C-4E3BC23E8B8A}" dt="2026-01-21T04:28:31.758" v="2412" actId="478"/>
          <ac:picMkLst>
            <pc:docMk/>
            <pc:sldMk cId="3180441450" sldId="265"/>
            <ac:picMk id="5" creationId="{7C1B3BB0-221E-3F5F-DC7D-ABC3A5A098A5}"/>
          </ac:picMkLst>
        </pc:picChg>
        <pc:picChg chg="add mod">
          <ac:chgData name="hasan omi" userId="1618d8189b3fbbd3" providerId="LiveId" clId="{35FDD8E8-4AA1-42B7-925C-4E3BC23E8B8A}" dt="2026-01-22T03:22:20.172" v="3981" actId="1076"/>
          <ac:picMkLst>
            <pc:docMk/>
            <pc:sldMk cId="3180441450" sldId="265"/>
            <ac:picMk id="7" creationId="{6846F81F-614B-91A0-DEE3-BDDB6B6AEC0B}"/>
          </ac:picMkLst>
        </pc:picChg>
        <pc:picChg chg="add del mod">
          <ac:chgData name="hasan omi" userId="1618d8189b3fbbd3" providerId="LiveId" clId="{35FDD8E8-4AA1-42B7-925C-4E3BC23E8B8A}" dt="2026-01-21T07:31:20.438" v="3471" actId="478"/>
          <ac:picMkLst>
            <pc:docMk/>
            <pc:sldMk cId="3180441450" sldId="265"/>
            <ac:picMk id="7" creationId="{AD7A756E-4ADE-0EF0-61EC-B323156D2D63}"/>
          </ac:picMkLst>
        </pc:picChg>
      </pc:sldChg>
      <pc:sldChg chg="addSp modSp new del mod">
        <pc:chgData name="hasan omi" userId="1618d8189b3fbbd3" providerId="LiveId" clId="{35FDD8E8-4AA1-42B7-925C-4E3BC23E8B8A}" dt="2026-01-22T03:22:27.273" v="3983" actId="47"/>
        <pc:sldMkLst>
          <pc:docMk/>
          <pc:sldMk cId="2601060899" sldId="266"/>
        </pc:sldMkLst>
        <pc:spChg chg="mod">
          <ac:chgData name="hasan omi" userId="1618d8189b3fbbd3" providerId="LiveId" clId="{35FDD8E8-4AA1-42B7-925C-4E3BC23E8B8A}" dt="2026-01-22T02:48:22.881" v="3791" actId="20577"/>
          <ac:spMkLst>
            <pc:docMk/>
            <pc:sldMk cId="2601060899" sldId="266"/>
            <ac:spMk id="2" creationId="{10786AE6-AC2D-76F7-5D1B-C70F58ED5986}"/>
          </ac:spMkLst>
        </pc:spChg>
        <pc:spChg chg="mod">
          <ac:chgData name="hasan omi" userId="1618d8189b3fbbd3" providerId="LiveId" clId="{35FDD8E8-4AA1-42B7-925C-4E3BC23E8B8A}" dt="2026-01-22T02:48:11.387" v="3790" actId="20577"/>
          <ac:spMkLst>
            <pc:docMk/>
            <pc:sldMk cId="2601060899" sldId="266"/>
            <ac:spMk id="3" creationId="{6A603A9D-2D2A-521B-8844-6FFF244C1E55}"/>
          </ac:spMkLst>
        </pc:spChg>
        <pc:spChg chg="add mod">
          <ac:chgData name="hasan omi" userId="1618d8189b3fbbd3" providerId="LiveId" clId="{35FDD8E8-4AA1-42B7-925C-4E3BC23E8B8A}" dt="2026-01-21T07:34:40.718" v="3491" actId="12"/>
          <ac:spMkLst>
            <pc:docMk/>
            <pc:sldMk cId="2601060899" sldId="266"/>
            <ac:spMk id="6" creationId="{DDFAFF03-F1CD-0434-5BCA-0479B5C18642}"/>
          </ac:spMkLst>
        </pc:spChg>
        <pc:picChg chg="add mod">
          <ac:chgData name="hasan omi" userId="1618d8189b3fbbd3" providerId="LiveId" clId="{35FDD8E8-4AA1-42B7-925C-4E3BC23E8B8A}" dt="2026-01-20T05:37:06.676" v="2031" actId="1076"/>
          <ac:picMkLst>
            <pc:docMk/>
            <pc:sldMk cId="2601060899" sldId="266"/>
            <ac:picMk id="5" creationId="{8CCBC39C-63E2-7AB1-BB1D-D096DAF48292}"/>
          </ac:picMkLst>
        </pc:picChg>
      </pc:sldChg>
      <pc:sldChg chg="addSp delSp modSp new mod">
        <pc:chgData name="hasan omi" userId="1618d8189b3fbbd3" providerId="LiveId" clId="{35FDD8E8-4AA1-42B7-925C-4E3BC23E8B8A}" dt="2026-01-21T07:34:32.118" v="3490" actId="12"/>
        <pc:sldMkLst>
          <pc:docMk/>
          <pc:sldMk cId="3774040308" sldId="267"/>
        </pc:sldMkLst>
        <pc:spChg chg="mod">
          <ac:chgData name="hasan omi" userId="1618d8189b3fbbd3" providerId="LiveId" clId="{35FDD8E8-4AA1-42B7-925C-4E3BC23E8B8A}" dt="2026-01-20T05:46:58.268" v="2043" actId="14100"/>
          <ac:spMkLst>
            <pc:docMk/>
            <pc:sldMk cId="3774040308" sldId="267"/>
            <ac:spMk id="2" creationId="{2718905B-2D64-DF9B-D098-1EE1F3F09A32}"/>
          </ac:spMkLst>
        </pc:spChg>
        <pc:spChg chg="mod">
          <ac:chgData name="hasan omi" userId="1618d8189b3fbbd3" providerId="LiveId" clId="{35FDD8E8-4AA1-42B7-925C-4E3BC23E8B8A}" dt="2026-01-21T07:34:32.118" v="3490" actId="12"/>
          <ac:spMkLst>
            <pc:docMk/>
            <pc:sldMk cId="3774040308" sldId="267"/>
            <ac:spMk id="3" creationId="{84BA656A-A39C-7678-391C-6F14843E5058}"/>
          </ac:spMkLst>
        </pc:spChg>
        <pc:spChg chg="add mod">
          <ac:chgData name="hasan omi" userId="1618d8189b3fbbd3" providerId="LiveId" clId="{35FDD8E8-4AA1-42B7-925C-4E3BC23E8B8A}" dt="2026-01-21T07:33:38.741" v="3481" actId="207"/>
          <ac:spMkLst>
            <pc:docMk/>
            <pc:sldMk cId="3774040308" sldId="267"/>
            <ac:spMk id="6" creationId="{D2DBA721-95E0-D5DB-6D26-D8CC5C9D1A36}"/>
          </ac:spMkLst>
        </pc:spChg>
        <pc:spChg chg="add mod">
          <ac:chgData name="hasan omi" userId="1618d8189b3fbbd3" providerId="LiveId" clId="{35FDD8E8-4AA1-42B7-925C-4E3BC23E8B8A}" dt="2026-01-21T07:33:41.911" v="3482" actId="207"/>
          <ac:spMkLst>
            <pc:docMk/>
            <pc:sldMk cId="3774040308" sldId="267"/>
            <ac:spMk id="7" creationId="{B905E0D9-00E9-A8A4-4852-EFDDA8F692DF}"/>
          </ac:spMkLst>
        </pc:spChg>
        <pc:picChg chg="add del mod">
          <ac:chgData name="hasan omi" userId="1618d8189b3fbbd3" providerId="LiveId" clId="{35FDD8E8-4AA1-42B7-925C-4E3BC23E8B8A}" dt="2026-01-20T07:20:35.243" v="2101" actId="478"/>
          <ac:picMkLst>
            <pc:docMk/>
            <pc:sldMk cId="3774040308" sldId="267"/>
            <ac:picMk id="5" creationId="{16443E7F-A0EB-DB50-0B7F-590C84232437}"/>
          </ac:picMkLst>
        </pc:picChg>
        <pc:picChg chg="add del mod">
          <ac:chgData name="hasan omi" userId="1618d8189b3fbbd3" providerId="LiveId" clId="{35FDD8E8-4AA1-42B7-925C-4E3BC23E8B8A}" dt="2026-01-20T07:21:28.771" v="2113" actId="478"/>
          <ac:picMkLst>
            <pc:docMk/>
            <pc:sldMk cId="3774040308" sldId="267"/>
            <ac:picMk id="9" creationId="{0D411A13-83BB-F423-7BFE-6084AA0DB7F5}"/>
          </ac:picMkLst>
        </pc:picChg>
        <pc:picChg chg="add del mod">
          <ac:chgData name="hasan omi" userId="1618d8189b3fbbd3" providerId="LiveId" clId="{35FDD8E8-4AA1-42B7-925C-4E3BC23E8B8A}" dt="2026-01-20T07:14:38.572" v="2082" actId="478"/>
          <ac:picMkLst>
            <pc:docMk/>
            <pc:sldMk cId="3774040308" sldId="267"/>
            <ac:picMk id="11" creationId="{7913643B-B16E-8BB0-09A5-3A79358F5EE8}"/>
          </ac:picMkLst>
        </pc:picChg>
        <pc:picChg chg="add del mod">
          <ac:chgData name="hasan omi" userId="1618d8189b3fbbd3" providerId="LiveId" clId="{35FDD8E8-4AA1-42B7-925C-4E3BC23E8B8A}" dt="2026-01-21T07:33:21.358" v="3476" actId="478"/>
          <ac:picMkLst>
            <pc:docMk/>
            <pc:sldMk cId="3774040308" sldId="267"/>
            <ac:picMk id="13" creationId="{0164AF0B-19EC-D9AF-21D0-23279B0DF28E}"/>
          </ac:picMkLst>
        </pc:picChg>
        <pc:picChg chg="add mod">
          <ac:chgData name="hasan omi" userId="1618d8189b3fbbd3" providerId="LiveId" clId="{35FDD8E8-4AA1-42B7-925C-4E3BC23E8B8A}" dt="2026-01-20T07:21:21.820" v="2108" actId="1037"/>
          <ac:picMkLst>
            <pc:docMk/>
            <pc:sldMk cId="3774040308" sldId="267"/>
            <ac:picMk id="15" creationId="{C1CCDA20-A645-C196-178A-4022F83EF69E}"/>
          </ac:picMkLst>
        </pc:picChg>
        <pc:picChg chg="add mod">
          <ac:chgData name="hasan omi" userId="1618d8189b3fbbd3" providerId="LiveId" clId="{35FDD8E8-4AA1-42B7-925C-4E3BC23E8B8A}" dt="2026-01-21T07:33:33.742" v="3480" actId="1076"/>
          <ac:picMkLst>
            <pc:docMk/>
            <pc:sldMk cId="3774040308" sldId="267"/>
            <ac:picMk id="17" creationId="{C402997D-5E22-796C-0457-41A3C8FA81F0}"/>
          </ac:picMkLst>
        </pc:picChg>
      </pc:sldChg>
      <pc:sldChg chg="addSp delSp modSp new mod">
        <pc:chgData name="hasan omi" userId="1618d8189b3fbbd3" providerId="LiveId" clId="{35FDD8E8-4AA1-42B7-925C-4E3BC23E8B8A}" dt="2026-01-22T04:41:45.809" v="4242" actId="1035"/>
        <pc:sldMkLst>
          <pc:docMk/>
          <pc:sldMk cId="699925135" sldId="268"/>
        </pc:sldMkLst>
        <pc:spChg chg="mod">
          <ac:chgData name="hasan omi" userId="1618d8189b3fbbd3" providerId="LiveId" clId="{35FDD8E8-4AA1-42B7-925C-4E3BC23E8B8A}" dt="2026-01-22T04:36:10.874" v="4069" actId="1076"/>
          <ac:spMkLst>
            <pc:docMk/>
            <pc:sldMk cId="699925135" sldId="268"/>
            <ac:spMk id="2" creationId="{14C0BFD7-277C-EC35-E9B2-FFACFA0A3A58}"/>
          </ac:spMkLst>
        </pc:spChg>
        <pc:spChg chg="mod">
          <ac:chgData name="hasan omi" userId="1618d8189b3fbbd3" providerId="LiveId" clId="{35FDD8E8-4AA1-42B7-925C-4E3BC23E8B8A}" dt="2026-01-22T04:41:24.186" v="4223" actId="14100"/>
          <ac:spMkLst>
            <pc:docMk/>
            <pc:sldMk cId="699925135" sldId="268"/>
            <ac:spMk id="3" creationId="{FC4D2F0F-C4F9-AAF1-0B88-29EF5F13E917}"/>
          </ac:spMkLst>
        </pc:spChg>
        <pc:spChg chg="add mod">
          <ac:chgData name="hasan omi" userId="1618d8189b3fbbd3" providerId="LiveId" clId="{35FDD8E8-4AA1-42B7-925C-4E3BC23E8B8A}" dt="2026-01-22T04:41:30.715" v="4224" actId="1076"/>
          <ac:spMkLst>
            <pc:docMk/>
            <pc:sldMk cId="699925135" sldId="268"/>
            <ac:spMk id="6" creationId="{F8552069-B182-8C35-5B10-149BC83C65A5}"/>
          </ac:spMkLst>
        </pc:spChg>
        <pc:spChg chg="add mod">
          <ac:chgData name="hasan omi" userId="1618d8189b3fbbd3" providerId="LiveId" clId="{35FDD8E8-4AA1-42B7-925C-4E3BC23E8B8A}" dt="2026-01-22T04:41:45.809" v="4242" actId="1035"/>
          <ac:spMkLst>
            <pc:docMk/>
            <pc:sldMk cId="699925135" sldId="268"/>
            <ac:spMk id="10" creationId="{71DC6B98-95B6-5F15-EC9F-5C97D841AB0B}"/>
          </ac:spMkLst>
        </pc:spChg>
        <pc:picChg chg="add mod">
          <ac:chgData name="hasan omi" userId="1618d8189b3fbbd3" providerId="LiveId" clId="{35FDD8E8-4AA1-42B7-925C-4E3BC23E8B8A}" dt="2026-01-22T04:39:28.794" v="4195" actId="14100"/>
          <ac:picMkLst>
            <pc:docMk/>
            <pc:sldMk cId="699925135" sldId="268"/>
            <ac:picMk id="5" creationId="{75552C85-773C-BCF5-10F8-FF573A568130}"/>
          </ac:picMkLst>
        </pc:picChg>
        <pc:picChg chg="add del mod">
          <ac:chgData name="hasan omi" userId="1618d8189b3fbbd3" providerId="LiveId" clId="{35FDD8E8-4AA1-42B7-925C-4E3BC23E8B8A}" dt="2026-01-22T04:34:18.129" v="4002" actId="478"/>
          <ac:picMkLst>
            <pc:docMk/>
            <pc:sldMk cId="699925135" sldId="268"/>
            <ac:picMk id="7" creationId="{779324AA-5D78-BBE9-D39A-2243EA6ECAA5}"/>
          </ac:picMkLst>
        </pc:picChg>
        <pc:picChg chg="add mod">
          <ac:chgData name="hasan omi" userId="1618d8189b3fbbd3" providerId="LiveId" clId="{35FDD8E8-4AA1-42B7-925C-4E3BC23E8B8A}" dt="2026-01-22T04:41:34.979" v="4225" actId="1076"/>
          <ac:picMkLst>
            <pc:docMk/>
            <pc:sldMk cId="699925135" sldId="268"/>
            <ac:picMk id="8" creationId="{9192C73F-3C8D-3C27-A354-4E7BB5F71261}"/>
          </ac:picMkLst>
        </pc:picChg>
      </pc:sldChg>
      <pc:sldChg chg="addSp modSp new del mod">
        <pc:chgData name="hasan omi" userId="1618d8189b3fbbd3" providerId="LiveId" clId="{35FDD8E8-4AA1-42B7-925C-4E3BC23E8B8A}" dt="2026-01-22T04:41:02.022" v="4221" actId="47"/>
        <pc:sldMkLst>
          <pc:docMk/>
          <pc:sldMk cId="113011290" sldId="269"/>
        </pc:sldMkLst>
        <pc:spChg chg="mod">
          <ac:chgData name="hasan omi" userId="1618d8189b3fbbd3" providerId="LiveId" clId="{35FDD8E8-4AA1-42B7-925C-4E3BC23E8B8A}" dt="2026-01-20T07:46:55.832" v="2227" actId="404"/>
          <ac:spMkLst>
            <pc:docMk/>
            <pc:sldMk cId="113011290" sldId="269"/>
            <ac:spMk id="2" creationId="{C25E3B88-AC73-596C-F1B2-CE14CA4A5249}"/>
          </ac:spMkLst>
        </pc:spChg>
        <pc:spChg chg="mod">
          <ac:chgData name="hasan omi" userId="1618d8189b3fbbd3" providerId="LiveId" clId="{35FDD8E8-4AA1-42B7-925C-4E3BC23E8B8A}" dt="2026-01-21T07:36:47.368" v="3507" actId="12"/>
          <ac:spMkLst>
            <pc:docMk/>
            <pc:sldMk cId="113011290" sldId="269"/>
            <ac:spMk id="3" creationId="{84CE7CC7-5487-D50F-AF83-3EF7C6A13FEA}"/>
          </ac:spMkLst>
        </pc:spChg>
        <pc:picChg chg="add mod">
          <ac:chgData name="hasan omi" userId="1618d8189b3fbbd3" providerId="LiveId" clId="{35FDD8E8-4AA1-42B7-925C-4E3BC23E8B8A}" dt="2026-01-20T07:47:33.399" v="2229" actId="1076"/>
          <ac:picMkLst>
            <pc:docMk/>
            <pc:sldMk cId="113011290" sldId="269"/>
            <ac:picMk id="5" creationId="{61A124CA-5B1F-0D6D-096C-E3CAE799DE95}"/>
          </ac:picMkLst>
        </pc:picChg>
      </pc:sldChg>
      <pc:sldChg chg="addSp delSp modSp new mod">
        <pc:chgData name="hasan omi" userId="1618d8189b3fbbd3" providerId="LiveId" clId="{35FDD8E8-4AA1-42B7-925C-4E3BC23E8B8A}" dt="2026-01-22T04:42:50.918" v="4244" actId="27636"/>
        <pc:sldMkLst>
          <pc:docMk/>
          <pc:sldMk cId="3035996279" sldId="270"/>
        </pc:sldMkLst>
        <pc:spChg chg="mod">
          <ac:chgData name="hasan omi" userId="1618d8189b3fbbd3" providerId="LiveId" clId="{35FDD8E8-4AA1-42B7-925C-4E3BC23E8B8A}" dt="2026-01-20T07:50:39.198" v="2255" actId="20577"/>
          <ac:spMkLst>
            <pc:docMk/>
            <pc:sldMk cId="3035996279" sldId="270"/>
            <ac:spMk id="2" creationId="{A077B899-C2F1-4DBA-5733-B12AF02E5E4B}"/>
          </ac:spMkLst>
        </pc:spChg>
        <pc:spChg chg="mod">
          <ac:chgData name="hasan omi" userId="1618d8189b3fbbd3" providerId="LiveId" clId="{35FDD8E8-4AA1-42B7-925C-4E3BC23E8B8A}" dt="2026-01-22T04:42:50.918" v="4244" actId="27636"/>
          <ac:spMkLst>
            <pc:docMk/>
            <pc:sldMk cId="3035996279" sldId="270"/>
            <ac:spMk id="3" creationId="{FE666CB4-3434-D8A9-1180-9B7ADA81E8B5}"/>
          </ac:spMkLst>
        </pc:spChg>
        <pc:picChg chg="add del mod">
          <ac:chgData name="hasan omi" userId="1618d8189b3fbbd3" providerId="LiveId" clId="{35FDD8E8-4AA1-42B7-925C-4E3BC23E8B8A}" dt="2026-01-21T04:27:38.390" v="2407" actId="478"/>
          <ac:picMkLst>
            <pc:docMk/>
            <pc:sldMk cId="3035996279" sldId="270"/>
            <ac:picMk id="5" creationId="{10A81765-BF4E-83E7-2655-A6ADDF2BC6AB}"/>
          </ac:picMkLst>
        </pc:picChg>
        <pc:picChg chg="add mod">
          <ac:chgData name="hasan omi" userId="1618d8189b3fbbd3" providerId="LiveId" clId="{35FDD8E8-4AA1-42B7-925C-4E3BC23E8B8A}" dt="2026-01-21T04:27:48.447" v="2411" actId="1076"/>
          <ac:picMkLst>
            <pc:docMk/>
            <pc:sldMk cId="3035996279" sldId="270"/>
            <ac:picMk id="7" creationId="{6174A282-EBCA-898B-8F06-8793E5CDAE43}"/>
          </ac:picMkLst>
        </pc:picChg>
      </pc:sldChg>
      <pc:sldChg chg="addSp delSp modSp new mod">
        <pc:chgData name="hasan omi" userId="1618d8189b3fbbd3" providerId="LiveId" clId="{35FDD8E8-4AA1-42B7-925C-4E3BC23E8B8A}" dt="2026-01-22T04:42:59.182" v="4246" actId="27636"/>
        <pc:sldMkLst>
          <pc:docMk/>
          <pc:sldMk cId="1371609985" sldId="271"/>
        </pc:sldMkLst>
        <pc:spChg chg="mod">
          <ac:chgData name="hasan omi" userId="1618d8189b3fbbd3" providerId="LiveId" clId="{35FDD8E8-4AA1-42B7-925C-4E3BC23E8B8A}" dt="2026-01-21T03:26:02.490" v="2313" actId="20577"/>
          <ac:spMkLst>
            <pc:docMk/>
            <pc:sldMk cId="1371609985" sldId="271"/>
            <ac:spMk id="2" creationId="{5C37239D-E55E-13CA-9358-FA5990A3447C}"/>
          </ac:spMkLst>
        </pc:spChg>
        <pc:spChg chg="mod">
          <ac:chgData name="hasan omi" userId="1618d8189b3fbbd3" providerId="LiveId" clId="{35FDD8E8-4AA1-42B7-925C-4E3BC23E8B8A}" dt="2026-01-22T04:42:59.182" v="4246" actId="27636"/>
          <ac:spMkLst>
            <pc:docMk/>
            <pc:sldMk cId="1371609985" sldId="271"/>
            <ac:spMk id="3" creationId="{7101AE82-C394-9E93-E305-F416BD58E23E}"/>
          </ac:spMkLst>
        </pc:spChg>
        <pc:picChg chg="add del mod">
          <ac:chgData name="hasan omi" userId="1618d8189b3fbbd3" providerId="LiveId" clId="{35FDD8E8-4AA1-42B7-925C-4E3BC23E8B8A}" dt="2026-01-21T03:34:37.770" v="2321" actId="478"/>
          <ac:picMkLst>
            <pc:docMk/>
            <pc:sldMk cId="1371609985" sldId="271"/>
            <ac:picMk id="5" creationId="{0EDCCAE8-0ECF-8270-D22A-D0AA2EFD2DA3}"/>
          </ac:picMkLst>
        </pc:picChg>
        <pc:picChg chg="add mod">
          <ac:chgData name="hasan omi" userId="1618d8189b3fbbd3" providerId="LiveId" clId="{35FDD8E8-4AA1-42B7-925C-4E3BC23E8B8A}" dt="2026-01-21T03:34:51.029" v="2326" actId="1076"/>
          <ac:picMkLst>
            <pc:docMk/>
            <pc:sldMk cId="1371609985" sldId="271"/>
            <ac:picMk id="7" creationId="{342FC16C-1DDC-2ACB-BF88-13F77E11AA0A}"/>
          </ac:picMkLst>
        </pc:picChg>
      </pc:sldChg>
      <pc:sldChg chg="addSp modSp new mod">
        <pc:chgData name="hasan omi" userId="1618d8189b3fbbd3" providerId="LiveId" clId="{35FDD8E8-4AA1-42B7-925C-4E3BC23E8B8A}" dt="2026-01-22T04:43:03.831" v="4248" actId="27636"/>
        <pc:sldMkLst>
          <pc:docMk/>
          <pc:sldMk cId="1976490652" sldId="272"/>
        </pc:sldMkLst>
        <pc:spChg chg="mod">
          <ac:chgData name="hasan omi" userId="1618d8189b3fbbd3" providerId="LiveId" clId="{35FDD8E8-4AA1-42B7-925C-4E3BC23E8B8A}" dt="2026-01-21T03:35:54.315" v="2339" actId="14100"/>
          <ac:spMkLst>
            <pc:docMk/>
            <pc:sldMk cId="1976490652" sldId="272"/>
            <ac:spMk id="2" creationId="{B086F507-D0BF-4F3E-62A3-3ECE55EB307C}"/>
          </ac:spMkLst>
        </pc:spChg>
        <pc:spChg chg="mod">
          <ac:chgData name="hasan omi" userId="1618d8189b3fbbd3" providerId="LiveId" clId="{35FDD8E8-4AA1-42B7-925C-4E3BC23E8B8A}" dt="2026-01-22T04:43:03.831" v="4248" actId="27636"/>
          <ac:spMkLst>
            <pc:docMk/>
            <pc:sldMk cId="1976490652" sldId="272"/>
            <ac:spMk id="3" creationId="{59A707BA-F91A-B781-A740-79DC43EAF738}"/>
          </ac:spMkLst>
        </pc:spChg>
        <pc:picChg chg="add mod">
          <ac:chgData name="hasan omi" userId="1618d8189b3fbbd3" providerId="LiveId" clId="{35FDD8E8-4AA1-42B7-925C-4E3BC23E8B8A}" dt="2026-01-21T03:48:44.916" v="2356" actId="1076"/>
          <ac:picMkLst>
            <pc:docMk/>
            <pc:sldMk cId="1976490652" sldId="272"/>
            <ac:picMk id="5" creationId="{DB7F4043-A28A-A76F-1651-6505464340A0}"/>
          </ac:picMkLst>
        </pc:picChg>
      </pc:sldChg>
      <pc:sldChg chg="addSp delSp modSp new mod">
        <pc:chgData name="hasan omi" userId="1618d8189b3fbbd3" providerId="LiveId" clId="{35FDD8E8-4AA1-42B7-925C-4E3BC23E8B8A}" dt="2026-01-22T04:43:10.460" v="4252" actId="403"/>
        <pc:sldMkLst>
          <pc:docMk/>
          <pc:sldMk cId="1862228774" sldId="273"/>
        </pc:sldMkLst>
        <pc:spChg chg="mod">
          <ac:chgData name="hasan omi" userId="1618d8189b3fbbd3" providerId="LiveId" clId="{35FDD8E8-4AA1-42B7-925C-4E3BC23E8B8A}" dt="2026-01-21T03:47:26.755" v="2353" actId="20577"/>
          <ac:spMkLst>
            <pc:docMk/>
            <pc:sldMk cId="1862228774" sldId="273"/>
            <ac:spMk id="2" creationId="{F71AB888-DAA2-C311-CDB2-BBE91F466B7C}"/>
          </ac:spMkLst>
        </pc:spChg>
        <pc:spChg chg="mod">
          <ac:chgData name="hasan omi" userId="1618d8189b3fbbd3" providerId="LiveId" clId="{35FDD8E8-4AA1-42B7-925C-4E3BC23E8B8A}" dt="2026-01-22T04:43:10.460" v="4252" actId="403"/>
          <ac:spMkLst>
            <pc:docMk/>
            <pc:sldMk cId="1862228774" sldId="273"/>
            <ac:spMk id="3" creationId="{C04DC32A-AEA7-00A3-6CBB-BFB5DA96DD34}"/>
          </ac:spMkLst>
        </pc:spChg>
        <pc:picChg chg="add del mod">
          <ac:chgData name="hasan omi" userId="1618d8189b3fbbd3" providerId="LiveId" clId="{35FDD8E8-4AA1-42B7-925C-4E3BC23E8B8A}" dt="2026-01-21T04:27:22.679" v="2405" actId="478"/>
          <ac:picMkLst>
            <pc:docMk/>
            <pc:sldMk cId="1862228774" sldId="273"/>
            <ac:picMk id="5" creationId="{363F2152-949F-FD56-6190-2191176C332E}"/>
          </ac:picMkLst>
        </pc:picChg>
        <pc:picChg chg="add mod">
          <ac:chgData name="hasan omi" userId="1618d8189b3fbbd3" providerId="LiveId" clId="{35FDD8E8-4AA1-42B7-925C-4E3BC23E8B8A}" dt="2026-01-21T04:27:25.615" v="2406" actId="1076"/>
          <ac:picMkLst>
            <pc:docMk/>
            <pc:sldMk cId="1862228774" sldId="273"/>
            <ac:picMk id="7" creationId="{AF5BFC59-3D38-7F98-EEFD-F8115CEE2275}"/>
          </ac:picMkLst>
        </pc:picChg>
      </pc:sldChg>
      <pc:sldChg chg="addSp modSp new mod">
        <pc:chgData name="hasan omi" userId="1618d8189b3fbbd3" providerId="LiveId" clId="{35FDD8E8-4AA1-42B7-925C-4E3BC23E8B8A}" dt="2026-01-22T04:43:15.909" v="4254" actId="27636"/>
        <pc:sldMkLst>
          <pc:docMk/>
          <pc:sldMk cId="1480047973" sldId="274"/>
        </pc:sldMkLst>
        <pc:spChg chg="mod">
          <ac:chgData name="hasan omi" userId="1618d8189b3fbbd3" providerId="LiveId" clId="{35FDD8E8-4AA1-42B7-925C-4E3BC23E8B8A}" dt="2026-01-21T04:18:39.943" v="2384" actId="14100"/>
          <ac:spMkLst>
            <pc:docMk/>
            <pc:sldMk cId="1480047973" sldId="274"/>
            <ac:spMk id="2" creationId="{EA7F386E-28FA-5AEB-2B31-F1248CD8A7FE}"/>
          </ac:spMkLst>
        </pc:spChg>
        <pc:spChg chg="mod">
          <ac:chgData name="hasan omi" userId="1618d8189b3fbbd3" providerId="LiveId" clId="{35FDD8E8-4AA1-42B7-925C-4E3BC23E8B8A}" dt="2026-01-22T04:43:15.909" v="4254" actId="27636"/>
          <ac:spMkLst>
            <pc:docMk/>
            <pc:sldMk cId="1480047973" sldId="274"/>
            <ac:spMk id="3" creationId="{42FD576D-F807-FB99-A3CE-5A16EB7A52B6}"/>
          </ac:spMkLst>
        </pc:spChg>
        <pc:picChg chg="add mod">
          <ac:chgData name="hasan omi" userId="1618d8189b3fbbd3" providerId="LiveId" clId="{35FDD8E8-4AA1-42B7-925C-4E3BC23E8B8A}" dt="2026-01-21T04:27:17.383" v="2404" actId="1076"/>
          <ac:picMkLst>
            <pc:docMk/>
            <pc:sldMk cId="1480047973" sldId="274"/>
            <ac:picMk id="5" creationId="{4113CDC2-2658-9C7C-8532-ED9D3003B8CF}"/>
          </ac:picMkLst>
        </pc:picChg>
      </pc:sldChg>
      <pc:sldChg chg="addSp delSp modSp new mod">
        <pc:chgData name="hasan omi" userId="1618d8189b3fbbd3" providerId="LiveId" clId="{35FDD8E8-4AA1-42B7-925C-4E3BC23E8B8A}" dt="2026-01-22T04:43:20.061" v="4256" actId="27636"/>
        <pc:sldMkLst>
          <pc:docMk/>
          <pc:sldMk cId="2335769383" sldId="275"/>
        </pc:sldMkLst>
        <pc:spChg chg="mod">
          <ac:chgData name="hasan omi" userId="1618d8189b3fbbd3" providerId="LiveId" clId="{35FDD8E8-4AA1-42B7-925C-4E3BC23E8B8A}" dt="2026-01-21T04:30:39.528" v="2437" actId="14100"/>
          <ac:spMkLst>
            <pc:docMk/>
            <pc:sldMk cId="2335769383" sldId="275"/>
            <ac:spMk id="2" creationId="{7311ABBC-F62A-3AB5-5047-343C81153087}"/>
          </ac:spMkLst>
        </pc:spChg>
        <pc:spChg chg="mod">
          <ac:chgData name="hasan omi" userId="1618d8189b3fbbd3" providerId="LiveId" clId="{35FDD8E8-4AA1-42B7-925C-4E3BC23E8B8A}" dt="2026-01-22T04:43:20.061" v="4256" actId="27636"/>
          <ac:spMkLst>
            <pc:docMk/>
            <pc:sldMk cId="2335769383" sldId="275"/>
            <ac:spMk id="3" creationId="{E88005F9-6943-4C57-54AA-005B8C3382A7}"/>
          </ac:spMkLst>
        </pc:spChg>
        <pc:spChg chg="add del mod">
          <ac:chgData name="hasan omi" userId="1618d8189b3fbbd3" providerId="LiveId" clId="{35FDD8E8-4AA1-42B7-925C-4E3BC23E8B8A}" dt="2026-01-21T04:55:33.001" v="2747" actId="478"/>
          <ac:spMkLst>
            <pc:docMk/>
            <pc:sldMk cId="2335769383" sldId="275"/>
            <ac:spMk id="7" creationId="{9564BE22-8411-28E6-6254-6B1373510BE0}"/>
          </ac:spMkLst>
        </pc:spChg>
        <pc:spChg chg="add del mod">
          <ac:chgData name="hasan omi" userId="1618d8189b3fbbd3" providerId="LiveId" clId="{35FDD8E8-4AA1-42B7-925C-4E3BC23E8B8A}" dt="2026-01-21T04:55:34.273" v="2748" actId="478"/>
          <ac:spMkLst>
            <pc:docMk/>
            <pc:sldMk cId="2335769383" sldId="275"/>
            <ac:spMk id="9" creationId="{7DC45A38-0CC7-9788-4968-4717F523873B}"/>
          </ac:spMkLst>
        </pc:spChg>
        <pc:picChg chg="add mod">
          <ac:chgData name="hasan omi" userId="1618d8189b3fbbd3" providerId="LiveId" clId="{35FDD8E8-4AA1-42B7-925C-4E3BC23E8B8A}" dt="2026-01-21T04:55:45.313" v="2806" actId="1035"/>
          <ac:picMkLst>
            <pc:docMk/>
            <pc:sldMk cId="2335769383" sldId="275"/>
            <ac:picMk id="5" creationId="{3776AC87-3040-DBFC-C166-B9E5AEABDA55}"/>
          </ac:picMkLst>
        </pc:picChg>
      </pc:sldChg>
      <pc:sldChg chg="addSp delSp modSp new mod">
        <pc:chgData name="hasan omi" userId="1618d8189b3fbbd3" providerId="LiveId" clId="{35FDD8E8-4AA1-42B7-925C-4E3BC23E8B8A}" dt="2026-01-22T04:43:24.092" v="4257" actId="404"/>
        <pc:sldMkLst>
          <pc:docMk/>
          <pc:sldMk cId="3247681876" sldId="276"/>
        </pc:sldMkLst>
        <pc:spChg chg="mod">
          <ac:chgData name="hasan omi" userId="1618d8189b3fbbd3" providerId="LiveId" clId="{35FDD8E8-4AA1-42B7-925C-4E3BC23E8B8A}" dt="2026-01-21T04:49:42.853" v="2461" actId="207"/>
          <ac:spMkLst>
            <pc:docMk/>
            <pc:sldMk cId="3247681876" sldId="276"/>
            <ac:spMk id="2" creationId="{94752840-A869-0B3D-7324-EDE17C9AE802}"/>
          </ac:spMkLst>
        </pc:spChg>
        <pc:spChg chg="mod">
          <ac:chgData name="hasan omi" userId="1618d8189b3fbbd3" providerId="LiveId" clId="{35FDD8E8-4AA1-42B7-925C-4E3BC23E8B8A}" dt="2026-01-22T04:43:24.092" v="4257" actId="404"/>
          <ac:spMkLst>
            <pc:docMk/>
            <pc:sldMk cId="3247681876" sldId="276"/>
            <ac:spMk id="3" creationId="{577E0F75-43C1-C41E-B3E3-0494B014A7F5}"/>
          </ac:spMkLst>
        </pc:spChg>
        <pc:picChg chg="add del mod">
          <ac:chgData name="hasan omi" userId="1618d8189b3fbbd3" providerId="LiveId" clId="{35FDD8E8-4AA1-42B7-925C-4E3BC23E8B8A}" dt="2026-01-21T04:55:14.425" v="2740" actId="478"/>
          <ac:picMkLst>
            <pc:docMk/>
            <pc:sldMk cId="3247681876" sldId="276"/>
            <ac:picMk id="4" creationId="{A0E03DD8-EA05-2C63-62F7-13C2B4EE897B}"/>
          </ac:picMkLst>
        </pc:picChg>
        <pc:picChg chg="add mod">
          <ac:chgData name="hasan omi" userId="1618d8189b3fbbd3" providerId="LiveId" clId="{35FDD8E8-4AA1-42B7-925C-4E3BC23E8B8A}" dt="2026-01-21T05:00:21.889" v="3003" actId="1036"/>
          <ac:picMkLst>
            <pc:docMk/>
            <pc:sldMk cId="3247681876" sldId="276"/>
            <ac:picMk id="6" creationId="{3944939D-6546-A4C2-DBE4-F0BE704C684C}"/>
          </ac:picMkLst>
        </pc:picChg>
      </pc:sldChg>
      <pc:sldChg chg="new del">
        <pc:chgData name="hasan omi" userId="1618d8189b3fbbd3" providerId="LiveId" clId="{35FDD8E8-4AA1-42B7-925C-4E3BC23E8B8A}" dt="2026-01-21T06:29:01.929" v="3040" actId="47"/>
        <pc:sldMkLst>
          <pc:docMk/>
          <pc:sldMk cId="788040315" sldId="277"/>
        </pc:sldMkLst>
      </pc:sldChg>
      <pc:sldChg chg="addSp modSp new mod">
        <pc:chgData name="hasan omi" userId="1618d8189b3fbbd3" providerId="LiveId" clId="{35FDD8E8-4AA1-42B7-925C-4E3BC23E8B8A}" dt="2026-01-22T04:43:35.458" v="4269" actId="1037"/>
        <pc:sldMkLst>
          <pc:docMk/>
          <pc:sldMk cId="866895990" sldId="278"/>
        </pc:sldMkLst>
        <pc:spChg chg="mod">
          <ac:chgData name="hasan omi" userId="1618d8189b3fbbd3" providerId="LiveId" clId="{35FDD8E8-4AA1-42B7-925C-4E3BC23E8B8A}" dt="2026-01-21T06:12:34.512" v="3025" actId="207"/>
          <ac:spMkLst>
            <pc:docMk/>
            <pc:sldMk cId="866895990" sldId="278"/>
            <ac:spMk id="2" creationId="{807A56CA-AE9E-031F-D5DC-AB829943FD29}"/>
          </ac:spMkLst>
        </pc:spChg>
        <pc:spChg chg="mod">
          <ac:chgData name="hasan omi" userId="1618d8189b3fbbd3" providerId="LiveId" clId="{35FDD8E8-4AA1-42B7-925C-4E3BC23E8B8A}" dt="2026-01-22T04:43:35.458" v="4269" actId="1037"/>
          <ac:spMkLst>
            <pc:docMk/>
            <pc:sldMk cId="866895990" sldId="278"/>
            <ac:spMk id="3" creationId="{F1A4F892-CEE0-9235-D790-D116D9925D60}"/>
          </ac:spMkLst>
        </pc:spChg>
        <pc:picChg chg="add mod">
          <ac:chgData name="hasan omi" userId="1618d8189b3fbbd3" providerId="LiveId" clId="{35FDD8E8-4AA1-42B7-925C-4E3BC23E8B8A}" dt="2026-01-21T06:26:32.809" v="3033" actId="1076"/>
          <ac:picMkLst>
            <pc:docMk/>
            <pc:sldMk cId="866895990" sldId="278"/>
            <ac:picMk id="5" creationId="{E1A78A33-9DB8-EB85-E96C-1C2ED0D96C7C}"/>
          </ac:picMkLst>
        </pc:picChg>
      </pc:sldChg>
      <pc:sldChg chg="new del">
        <pc:chgData name="hasan omi" userId="1618d8189b3fbbd3" providerId="LiveId" clId="{35FDD8E8-4AA1-42B7-925C-4E3BC23E8B8A}" dt="2026-01-21T07:57:49.599" v="3532" actId="47"/>
        <pc:sldMkLst>
          <pc:docMk/>
          <pc:sldMk cId="979969289" sldId="279"/>
        </pc:sldMkLst>
      </pc:sldChg>
      <pc:sldChg chg="addSp delSp modSp new mod">
        <pc:chgData name="hasan omi" userId="1618d8189b3fbbd3" providerId="LiveId" clId="{35FDD8E8-4AA1-42B7-925C-4E3BC23E8B8A}" dt="2026-01-21T08:10:43.753" v="3733" actId="1076"/>
        <pc:sldMkLst>
          <pc:docMk/>
          <pc:sldMk cId="3077850287" sldId="279"/>
        </pc:sldMkLst>
        <pc:spChg chg="del">
          <ac:chgData name="hasan omi" userId="1618d8189b3fbbd3" providerId="LiveId" clId="{35FDD8E8-4AA1-42B7-925C-4E3BC23E8B8A}" dt="2026-01-21T07:58:04.120" v="3534" actId="478"/>
          <ac:spMkLst>
            <pc:docMk/>
            <pc:sldMk cId="3077850287" sldId="279"/>
            <ac:spMk id="2" creationId="{2F73171E-FBAB-F4CF-2DB3-3791449DF8AD}"/>
          </ac:spMkLst>
        </pc:spChg>
        <pc:spChg chg="mod">
          <ac:chgData name="hasan omi" userId="1618d8189b3fbbd3" providerId="LiveId" clId="{35FDD8E8-4AA1-42B7-925C-4E3BC23E8B8A}" dt="2026-01-21T08:09:59.682" v="3726" actId="1076"/>
          <ac:spMkLst>
            <pc:docMk/>
            <pc:sldMk cId="3077850287" sldId="279"/>
            <ac:spMk id="3" creationId="{DD157C61-F6DD-78A5-BFEC-0B73DA4EF5DC}"/>
          </ac:spMkLst>
        </pc:spChg>
        <pc:spChg chg="add mod">
          <ac:chgData name="hasan omi" userId="1618d8189b3fbbd3" providerId="LiveId" clId="{35FDD8E8-4AA1-42B7-925C-4E3BC23E8B8A}" dt="2026-01-21T08:10:43.753" v="3733" actId="1076"/>
          <ac:spMkLst>
            <pc:docMk/>
            <pc:sldMk cId="3077850287" sldId="279"/>
            <ac:spMk id="4" creationId="{A5BDA815-3DAD-666F-9D18-5E638A01E4B8}"/>
          </ac:spMkLst>
        </pc:spChg>
      </pc:sldChg>
      <pc:sldChg chg="new del">
        <pc:chgData name="hasan omi" userId="1618d8189b3fbbd3" providerId="LiveId" clId="{35FDD8E8-4AA1-42B7-925C-4E3BC23E8B8A}" dt="2026-01-21T06:29:03.749" v="3041" actId="47"/>
        <pc:sldMkLst>
          <pc:docMk/>
          <pc:sldMk cId="3155335685" sldId="279"/>
        </pc:sldMkLst>
      </pc:sldChg>
      <pc:sldChg chg="new del">
        <pc:chgData name="hasan omi" userId="1618d8189b3fbbd3" providerId="LiveId" clId="{35FDD8E8-4AA1-42B7-925C-4E3BC23E8B8A}" dt="2026-01-21T06:29:05.661" v="3042" actId="47"/>
        <pc:sldMkLst>
          <pc:docMk/>
          <pc:sldMk cId="1364962203" sldId="280"/>
        </pc:sldMkLst>
      </pc:sldChg>
      <pc:sldChg chg="delSp modSp new mod">
        <pc:chgData name="hasan omi" userId="1618d8189b3fbbd3" providerId="LiveId" clId="{35FDD8E8-4AA1-42B7-925C-4E3BC23E8B8A}" dt="2026-01-22T02:40:56.625" v="3745" actId="403"/>
        <pc:sldMkLst>
          <pc:docMk/>
          <pc:sldMk cId="3449705095" sldId="280"/>
        </pc:sldMkLst>
        <pc:spChg chg="del">
          <ac:chgData name="hasan omi" userId="1618d8189b3fbbd3" providerId="LiveId" clId="{35FDD8E8-4AA1-42B7-925C-4E3BC23E8B8A}" dt="2026-01-21T08:00:26.856" v="3574" actId="478"/>
          <ac:spMkLst>
            <pc:docMk/>
            <pc:sldMk cId="3449705095" sldId="280"/>
            <ac:spMk id="2" creationId="{5745C4BC-62F4-2F9B-AEC1-91EA662DD194}"/>
          </ac:spMkLst>
        </pc:spChg>
        <pc:spChg chg="mod">
          <ac:chgData name="hasan omi" userId="1618d8189b3fbbd3" providerId="LiveId" clId="{35FDD8E8-4AA1-42B7-925C-4E3BC23E8B8A}" dt="2026-01-22T02:40:56.625" v="3745" actId="403"/>
          <ac:spMkLst>
            <pc:docMk/>
            <pc:sldMk cId="3449705095" sldId="280"/>
            <ac:spMk id="3" creationId="{74B17711-FB39-B82D-AFE5-404009033E73}"/>
          </ac:spMkLst>
        </pc:spChg>
      </pc:sldChg>
      <pc:sldChg chg="delSp modSp new mod">
        <pc:chgData name="hasan omi" userId="1618d8189b3fbbd3" providerId="LiveId" clId="{35FDD8E8-4AA1-42B7-925C-4E3BC23E8B8A}" dt="2026-01-22T02:47:19.354" v="3789" actId="14100"/>
        <pc:sldMkLst>
          <pc:docMk/>
          <pc:sldMk cId="4161037088" sldId="281"/>
        </pc:sldMkLst>
        <pc:spChg chg="del">
          <ac:chgData name="hasan omi" userId="1618d8189b3fbbd3" providerId="LiveId" clId="{35FDD8E8-4AA1-42B7-925C-4E3BC23E8B8A}" dt="2026-01-21T08:02:11.184" v="3606" actId="478"/>
          <ac:spMkLst>
            <pc:docMk/>
            <pc:sldMk cId="4161037088" sldId="281"/>
            <ac:spMk id="2" creationId="{8B5A81AF-BB22-5DF0-1186-96AE3730C063}"/>
          </ac:spMkLst>
        </pc:spChg>
        <pc:spChg chg="mod">
          <ac:chgData name="hasan omi" userId="1618d8189b3fbbd3" providerId="LiveId" clId="{35FDD8E8-4AA1-42B7-925C-4E3BC23E8B8A}" dt="2026-01-22T02:47:19.354" v="3789" actId="14100"/>
          <ac:spMkLst>
            <pc:docMk/>
            <pc:sldMk cId="4161037088" sldId="281"/>
            <ac:spMk id="3" creationId="{BECBB64C-2773-1232-0429-CD7C823E6A62}"/>
          </ac:spMkLst>
        </pc:spChg>
      </pc:sldChg>
      <pc:sldChg chg="delSp modSp new mod">
        <pc:chgData name="hasan omi" userId="1618d8189b3fbbd3" providerId="LiveId" clId="{35FDD8E8-4AA1-42B7-925C-4E3BC23E8B8A}" dt="2026-01-22T04:38:53.914" v="4194" actId="14100"/>
        <pc:sldMkLst>
          <pc:docMk/>
          <pc:sldMk cId="3625188562" sldId="282"/>
        </pc:sldMkLst>
        <pc:spChg chg="del">
          <ac:chgData name="hasan omi" userId="1618d8189b3fbbd3" providerId="LiveId" clId="{35FDD8E8-4AA1-42B7-925C-4E3BC23E8B8A}" dt="2026-01-21T08:05:28.273" v="3645" actId="478"/>
          <ac:spMkLst>
            <pc:docMk/>
            <pc:sldMk cId="3625188562" sldId="282"/>
            <ac:spMk id="2" creationId="{865ED285-477E-65F6-2C10-FFA7ABCFCA43}"/>
          </ac:spMkLst>
        </pc:spChg>
        <pc:spChg chg="mod">
          <ac:chgData name="hasan omi" userId="1618d8189b3fbbd3" providerId="LiveId" clId="{35FDD8E8-4AA1-42B7-925C-4E3BC23E8B8A}" dt="2026-01-22T04:38:53.914" v="4194" actId="14100"/>
          <ac:spMkLst>
            <pc:docMk/>
            <pc:sldMk cId="3625188562" sldId="282"/>
            <ac:spMk id="3" creationId="{CE233BB5-3BCF-56F7-1098-E10A7F797FDC}"/>
          </ac:spMkLst>
        </pc:spChg>
      </pc:sldChg>
      <pc:sldChg chg="delSp modSp new mod">
        <pc:chgData name="hasan omi" userId="1618d8189b3fbbd3" providerId="LiveId" clId="{35FDD8E8-4AA1-42B7-925C-4E3BC23E8B8A}" dt="2026-01-22T02:45:03.411" v="3775" actId="20577"/>
        <pc:sldMkLst>
          <pc:docMk/>
          <pc:sldMk cId="1893490487" sldId="283"/>
        </pc:sldMkLst>
        <pc:spChg chg="del">
          <ac:chgData name="hasan omi" userId="1618d8189b3fbbd3" providerId="LiveId" clId="{35FDD8E8-4AA1-42B7-925C-4E3BC23E8B8A}" dt="2026-01-22T02:41:48.977" v="3753" actId="478"/>
          <ac:spMkLst>
            <pc:docMk/>
            <pc:sldMk cId="1893490487" sldId="283"/>
            <ac:spMk id="2" creationId="{793A8225-71E8-42CE-1B50-9CAA817A7C62}"/>
          </ac:spMkLst>
        </pc:spChg>
        <pc:spChg chg="mod">
          <ac:chgData name="hasan omi" userId="1618d8189b3fbbd3" providerId="LiveId" clId="{35FDD8E8-4AA1-42B7-925C-4E3BC23E8B8A}" dt="2026-01-22T02:45:03.411" v="3775" actId="20577"/>
          <ac:spMkLst>
            <pc:docMk/>
            <pc:sldMk cId="1893490487" sldId="283"/>
            <ac:spMk id="3" creationId="{A7290659-778D-FAD5-559B-C4741C99294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F581C0D-7288-4704-8362-7B360A191E93}"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572312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581C0D-7288-4704-8362-7B360A191E93}"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16728284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F581C0D-7288-4704-8362-7B360A191E93}"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1522181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F581C0D-7288-4704-8362-7B360A191E93}"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1885156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581C0D-7288-4704-8362-7B360A191E93}" type="datetimeFigureOut">
              <a:rPr lang="en-US" smtClean="0"/>
              <a:t>1/22/2026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7000928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F581C0D-7288-4704-8362-7B360A191E93}" type="datetimeFigureOut">
              <a:rPr lang="en-US" smtClean="0"/>
              <a:t>1/22/2026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33111518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F581C0D-7288-4704-8362-7B360A191E93}" type="datetimeFigureOut">
              <a:rPr lang="en-US" smtClean="0"/>
              <a:t>1/22/2026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22676431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581C0D-7288-4704-8362-7B360A191E93}"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25868359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F581C0D-7288-4704-8362-7B360A191E93}" type="datetimeFigureOut">
              <a:rPr lang="en-US" smtClean="0"/>
              <a:t>1/22/2026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180511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581C0D-7288-4704-8362-7B360A191E93}"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23533283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F581C0D-7288-4704-8362-7B360A191E93}" type="datetimeFigureOut">
              <a:rPr lang="en-US" smtClean="0"/>
              <a:t>1/22/2026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894F3A8-DE9A-47F8-AC30-18943E94296D}" type="slidenum">
              <a:rPr lang="en-US" smtClean="0"/>
              <a:t>‹#›</a:t>
            </a:fld>
            <a:endParaRPr lang="en-US"/>
          </a:p>
        </p:txBody>
      </p:sp>
    </p:spTree>
    <p:extLst>
      <p:ext uri="{BB962C8B-B14F-4D97-AF65-F5344CB8AC3E}">
        <p14:creationId xmlns:p14="http://schemas.microsoft.com/office/powerpoint/2010/main" val="8674515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F581C0D-7288-4704-8362-7B360A191E93}" type="datetimeFigureOut">
              <a:rPr lang="en-US" smtClean="0"/>
              <a:t>1/22/2026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6894F3A8-DE9A-47F8-AC30-18943E94296D}" type="slidenum">
              <a:rPr lang="en-US" smtClean="0"/>
              <a:t>‹#›</a:t>
            </a:fld>
            <a:endParaRPr lang="en-US"/>
          </a:p>
        </p:txBody>
      </p:sp>
    </p:spTree>
    <p:extLst>
      <p:ext uri="{BB962C8B-B14F-4D97-AF65-F5344CB8AC3E}">
        <p14:creationId xmlns:p14="http://schemas.microsoft.com/office/powerpoint/2010/main" val="13334804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217BA3FC-4E4A-219D-25C1-B12081A94A83}"/>
              </a:ext>
            </a:extLst>
          </p:cNvPr>
          <p:cNvSpPr/>
          <p:nvPr/>
        </p:nvSpPr>
        <p:spPr>
          <a:xfrm>
            <a:off x="864079" y="490102"/>
            <a:ext cx="8228163" cy="1203158"/>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GB" sz="2400" b="1" i="0" dirty="0" err="1">
                <a:solidFill>
                  <a:schemeClr val="bg1"/>
                </a:solidFill>
                <a:effectLst/>
                <a:latin typeface="Mongolian Baiti" panose="03000500000000000000" pitchFamily="66" charset="0"/>
                <a:cs typeface="Mongolian Baiti" panose="03000500000000000000" pitchFamily="66" charset="0"/>
              </a:rPr>
              <a:t>UrbanCart</a:t>
            </a:r>
            <a:r>
              <a:rPr lang="en-GB" sz="2400" b="1" i="0" dirty="0">
                <a:solidFill>
                  <a:schemeClr val="bg1"/>
                </a:solidFill>
                <a:effectLst/>
                <a:latin typeface="Mongolian Baiti" panose="03000500000000000000" pitchFamily="66" charset="0"/>
                <a:cs typeface="Mongolian Baiti" panose="03000500000000000000" pitchFamily="66" charset="0"/>
              </a:rPr>
              <a:t> Sales Analytics: SQL-Based Business Insights Project</a:t>
            </a:r>
          </a:p>
        </p:txBody>
      </p:sp>
      <p:sp>
        <p:nvSpPr>
          <p:cNvPr id="13" name="TextBox 12">
            <a:extLst>
              <a:ext uri="{FF2B5EF4-FFF2-40B4-BE49-F238E27FC236}">
                <a16:creationId xmlns:a16="http://schemas.microsoft.com/office/drawing/2014/main" id="{2398FA67-464D-AEFE-6B13-B5EF5A9963E7}"/>
              </a:ext>
            </a:extLst>
          </p:cNvPr>
          <p:cNvSpPr txBox="1"/>
          <p:nvPr/>
        </p:nvSpPr>
        <p:spPr>
          <a:xfrm>
            <a:off x="864079" y="2237536"/>
            <a:ext cx="8160589" cy="1200329"/>
          </a:xfrm>
          <a:prstGeom prst="rect">
            <a:avLst/>
          </a:prstGeom>
          <a:noFill/>
        </p:spPr>
        <p:txBody>
          <a:bodyPr wrap="square" rtlCol="0">
            <a:spAutoFit/>
          </a:bodyPr>
          <a:lstStyle/>
          <a:p>
            <a:r>
              <a:rPr lang="en-US" dirty="0" err="1"/>
              <a:t>UrbarChart</a:t>
            </a:r>
            <a:r>
              <a:rPr lang="en-US" dirty="0"/>
              <a:t> is a growing online retail operating company across the cities. The main focus of this is company is selling the best quality product to the customer.</a:t>
            </a:r>
          </a:p>
          <a:p>
            <a:r>
              <a:rPr lang="en-US" dirty="0"/>
              <a:t>The company want to improve operation by analyzing sales, customers, revenue, products and purchasing behavior. </a:t>
            </a:r>
          </a:p>
        </p:txBody>
      </p:sp>
      <p:sp>
        <p:nvSpPr>
          <p:cNvPr id="14" name="TextBox 13">
            <a:extLst>
              <a:ext uri="{FF2B5EF4-FFF2-40B4-BE49-F238E27FC236}">
                <a16:creationId xmlns:a16="http://schemas.microsoft.com/office/drawing/2014/main" id="{E98436BF-F43A-F776-DBA8-A8FA8A00F2B5}"/>
              </a:ext>
            </a:extLst>
          </p:cNvPr>
          <p:cNvSpPr txBox="1"/>
          <p:nvPr/>
        </p:nvSpPr>
        <p:spPr>
          <a:xfrm>
            <a:off x="864079" y="1837426"/>
            <a:ext cx="1378789" cy="400110"/>
          </a:xfrm>
          <a:prstGeom prst="rect">
            <a:avLst/>
          </a:prstGeom>
          <a:noFill/>
        </p:spPr>
        <p:txBody>
          <a:bodyPr wrap="square" rtlCol="0">
            <a:spAutoFit/>
          </a:bodyPr>
          <a:lstStyle/>
          <a:p>
            <a:r>
              <a:rPr lang="en-US" sz="2000" b="1" dirty="0">
                <a:solidFill>
                  <a:schemeClr val="accent1"/>
                </a:solidFill>
                <a:latin typeface="Mongolian Baiti" panose="03000500000000000000" pitchFamily="66" charset="0"/>
                <a:cs typeface="Mongolian Baiti" panose="03000500000000000000" pitchFamily="66" charset="0"/>
              </a:rPr>
              <a:t>Overview</a:t>
            </a:r>
            <a:r>
              <a:rPr lang="en-US" sz="2000" dirty="0">
                <a:solidFill>
                  <a:schemeClr val="accent1"/>
                </a:solidFill>
                <a:latin typeface="Mongolian Baiti" panose="03000500000000000000" pitchFamily="66" charset="0"/>
                <a:cs typeface="Mongolian Baiti" panose="03000500000000000000" pitchFamily="66" charset="0"/>
              </a:rPr>
              <a:t>:</a:t>
            </a:r>
          </a:p>
        </p:txBody>
      </p:sp>
      <p:pic>
        <p:nvPicPr>
          <p:cNvPr id="18" name="Picture 17">
            <a:extLst>
              <a:ext uri="{FF2B5EF4-FFF2-40B4-BE49-F238E27FC236}">
                <a16:creationId xmlns:a16="http://schemas.microsoft.com/office/drawing/2014/main" id="{3A34E371-D6E6-6A08-FDE0-EAEE0494100B}"/>
              </a:ext>
            </a:extLst>
          </p:cNvPr>
          <p:cNvPicPr>
            <a:picLocks noChangeAspect="1"/>
          </p:cNvPicPr>
          <p:nvPr/>
        </p:nvPicPr>
        <p:blipFill>
          <a:blip r:embed="rId2"/>
          <a:stretch>
            <a:fillRect/>
          </a:stretch>
        </p:blipFill>
        <p:spPr>
          <a:xfrm>
            <a:off x="2477219" y="3798332"/>
            <a:ext cx="4527429" cy="2855343"/>
          </a:xfrm>
          <a:prstGeom prst="rect">
            <a:avLst/>
          </a:prstGeom>
        </p:spPr>
      </p:pic>
      <p:sp>
        <p:nvSpPr>
          <p:cNvPr id="19" name="TextBox 18">
            <a:extLst>
              <a:ext uri="{FF2B5EF4-FFF2-40B4-BE49-F238E27FC236}">
                <a16:creationId xmlns:a16="http://schemas.microsoft.com/office/drawing/2014/main" id="{B033C010-CEDB-6E72-3984-D858F73588BF}"/>
              </a:ext>
            </a:extLst>
          </p:cNvPr>
          <p:cNvSpPr txBox="1"/>
          <p:nvPr/>
        </p:nvSpPr>
        <p:spPr>
          <a:xfrm>
            <a:off x="864079" y="3429000"/>
            <a:ext cx="1613141" cy="369332"/>
          </a:xfrm>
          <a:prstGeom prst="rect">
            <a:avLst/>
          </a:prstGeom>
          <a:noFill/>
        </p:spPr>
        <p:txBody>
          <a:bodyPr wrap="square" rtlCol="0">
            <a:spAutoFit/>
          </a:bodyPr>
          <a:lstStyle/>
          <a:p>
            <a:r>
              <a:rPr lang="en-US" b="1" dirty="0">
                <a:solidFill>
                  <a:schemeClr val="accent1"/>
                </a:solidFill>
                <a:latin typeface="Mongolian Baiti" panose="03000500000000000000" pitchFamily="66" charset="0"/>
                <a:cs typeface="Mongolian Baiti" panose="03000500000000000000" pitchFamily="66" charset="0"/>
              </a:rPr>
              <a:t>ER</a:t>
            </a:r>
            <a:r>
              <a:rPr lang="en-US" dirty="0">
                <a:solidFill>
                  <a:schemeClr val="accent1"/>
                </a:solidFill>
                <a:latin typeface="Mongolian Baiti" panose="03000500000000000000" pitchFamily="66" charset="0"/>
                <a:cs typeface="Mongolian Baiti" panose="03000500000000000000" pitchFamily="66" charset="0"/>
              </a:rPr>
              <a:t> </a:t>
            </a:r>
            <a:r>
              <a:rPr lang="en-US" b="1" dirty="0">
                <a:solidFill>
                  <a:schemeClr val="accent1"/>
                </a:solidFill>
                <a:latin typeface="Mongolian Baiti" panose="03000500000000000000" pitchFamily="66" charset="0"/>
                <a:cs typeface="Mongolian Baiti" panose="03000500000000000000" pitchFamily="66" charset="0"/>
              </a:rPr>
              <a:t>Diagram</a:t>
            </a:r>
            <a:r>
              <a:rPr lang="en-US" dirty="0">
                <a:solidFill>
                  <a:schemeClr val="accent1"/>
                </a:solidFill>
                <a:latin typeface="Mongolian Baiti" panose="03000500000000000000" pitchFamily="66" charset="0"/>
                <a:cs typeface="Mongolian Baiti" panose="03000500000000000000" pitchFamily="66" charset="0"/>
              </a:rPr>
              <a:t> :</a:t>
            </a:r>
          </a:p>
        </p:txBody>
      </p:sp>
    </p:spTree>
    <p:extLst>
      <p:ext uri="{BB962C8B-B14F-4D97-AF65-F5344CB8AC3E}">
        <p14:creationId xmlns:p14="http://schemas.microsoft.com/office/powerpoint/2010/main" val="287554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120D04-4826-AA9B-1D8A-8E805882320C}"/>
              </a:ext>
            </a:extLst>
          </p:cNvPr>
          <p:cNvSpPr>
            <a:spLocks noGrp="1"/>
          </p:cNvSpPr>
          <p:nvPr>
            <p:ph type="title"/>
          </p:nvPr>
        </p:nvSpPr>
        <p:spPr>
          <a:xfrm>
            <a:off x="681038" y="695450"/>
            <a:ext cx="7436419" cy="544761"/>
          </a:xfrm>
          <a:solidFill>
            <a:schemeClr val="tx2">
              <a:lumMod val="90000"/>
              <a:lumOff val="10000"/>
            </a:schemeClr>
          </a:solidFill>
        </p:spPr>
        <p:txBody>
          <a:bodyPr>
            <a:noAutofit/>
          </a:bodyPr>
          <a:lstStyle/>
          <a:p>
            <a:r>
              <a:rPr lang="en-GB" sz="2400" b="1" dirty="0">
                <a:solidFill>
                  <a:schemeClr val="bg1"/>
                </a:solidFill>
                <a:latin typeface="Mongolian Baiti" panose="03000500000000000000" pitchFamily="66" charset="0"/>
                <a:cs typeface="Mongolian Baiti" panose="03000500000000000000" pitchFamily="66" charset="0"/>
              </a:rPr>
              <a:t>Q1. How many total orders has </a:t>
            </a:r>
            <a:r>
              <a:rPr lang="en-GB" sz="2400" b="1" dirty="0" err="1">
                <a:solidFill>
                  <a:schemeClr val="bg1"/>
                </a:solidFill>
                <a:latin typeface="Mongolian Baiti" panose="03000500000000000000" pitchFamily="66" charset="0"/>
                <a:cs typeface="Mongolian Baiti" panose="03000500000000000000" pitchFamily="66" charset="0"/>
              </a:rPr>
              <a:t>UrbanCart</a:t>
            </a:r>
            <a:r>
              <a:rPr lang="en-GB" sz="2400" b="1" dirty="0">
                <a:solidFill>
                  <a:schemeClr val="bg1"/>
                </a:solidFill>
                <a:latin typeface="Mongolian Baiti" panose="03000500000000000000" pitchFamily="66" charset="0"/>
                <a:cs typeface="Mongolian Baiti" panose="03000500000000000000" pitchFamily="66" charset="0"/>
              </a:rPr>
              <a:t> received so far?</a:t>
            </a:r>
            <a:endParaRPr lang="en-US" sz="2400" b="1" dirty="0">
              <a:solidFill>
                <a:schemeClr val="bg1"/>
              </a:solidFill>
              <a:latin typeface="Mongolian Baiti" panose="03000500000000000000" pitchFamily="66" charset="0"/>
              <a:cs typeface="Mongolian Baiti" panose="03000500000000000000" pitchFamily="66" charset="0"/>
            </a:endParaRPr>
          </a:p>
        </p:txBody>
      </p:sp>
      <p:sp>
        <p:nvSpPr>
          <p:cNvPr id="3" name="Content Placeholder 2">
            <a:extLst>
              <a:ext uri="{FF2B5EF4-FFF2-40B4-BE49-F238E27FC236}">
                <a16:creationId xmlns:a16="http://schemas.microsoft.com/office/drawing/2014/main" id="{1C5AAF5A-0FF2-5027-567F-5E592CEFD21C}"/>
              </a:ext>
            </a:extLst>
          </p:cNvPr>
          <p:cNvSpPr>
            <a:spLocks noGrp="1"/>
          </p:cNvSpPr>
          <p:nvPr>
            <p:ph idx="1"/>
          </p:nvPr>
        </p:nvSpPr>
        <p:spPr>
          <a:xfrm>
            <a:off x="681038" y="2779098"/>
            <a:ext cx="6098578" cy="544761"/>
          </a:xfrm>
        </p:spPr>
        <p:txBody>
          <a:bodyPr>
            <a:normAutofit/>
          </a:bodyPr>
          <a:lstStyle/>
          <a:p>
            <a:r>
              <a:rPr lang="en-US" sz="2400" dirty="0"/>
              <a:t>1200 Order has </a:t>
            </a:r>
            <a:r>
              <a:rPr lang="en-US" sz="2400" dirty="0" err="1"/>
              <a:t>urbenchart</a:t>
            </a:r>
            <a:r>
              <a:rPr lang="en-US" sz="2400" dirty="0"/>
              <a:t> received.</a:t>
            </a:r>
          </a:p>
        </p:txBody>
      </p:sp>
      <p:pic>
        <p:nvPicPr>
          <p:cNvPr id="5" name="Picture 4">
            <a:extLst>
              <a:ext uri="{FF2B5EF4-FFF2-40B4-BE49-F238E27FC236}">
                <a16:creationId xmlns:a16="http://schemas.microsoft.com/office/drawing/2014/main" id="{04BE8EC1-1645-4143-87DB-9D340EE2C294}"/>
              </a:ext>
            </a:extLst>
          </p:cNvPr>
          <p:cNvPicPr>
            <a:picLocks noChangeAspect="1"/>
          </p:cNvPicPr>
          <p:nvPr/>
        </p:nvPicPr>
        <p:blipFill>
          <a:blip r:embed="rId2"/>
          <a:stretch>
            <a:fillRect/>
          </a:stretch>
        </p:blipFill>
        <p:spPr>
          <a:xfrm>
            <a:off x="681038" y="1369551"/>
            <a:ext cx="2503453" cy="1208563"/>
          </a:xfrm>
          <a:prstGeom prst="rect">
            <a:avLst/>
          </a:prstGeom>
        </p:spPr>
      </p:pic>
      <p:sp>
        <p:nvSpPr>
          <p:cNvPr id="6" name="Title 1">
            <a:extLst>
              <a:ext uri="{FF2B5EF4-FFF2-40B4-BE49-F238E27FC236}">
                <a16:creationId xmlns:a16="http://schemas.microsoft.com/office/drawing/2014/main" id="{6FFEB373-50E5-5BC2-A44B-683A6C039E5F}"/>
              </a:ext>
            </a:extLst>
          </p:cNvPr>
          <p:cNvSpPr txBox="1">
            <a:spLocks/>
          </p:cNvSpPr>
          <p:nvPr/>
        </p:nvSpPr>
        <p:spPr>
          <a:xfrm>
            <a:off x="681038" y="3323859"/>
            <a:ext cx="8543925" cy="532020"/>
          </a:xfrm>
          <a:prstGeom prst="rect">
            <a:avLst/>
          </a:prstGeom>
          <a:solidFill>
            <a:schemeClr val="tx2">
              <a:lumMod val="90000"/>
              <a:lumOff val="10000"/>
            </a:schemeClr>
          </a:solidFill>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800" b="1" dirty="0">
                <a:solidFill>
                  <a:schemeClr val="bg1"/>
                </a:solidFill>
              </a:rPr>
              <a:t>Q2. How many unique customers have placed at least one order?</a:t>
            </a:r>
            <a:endParaRPr lang="en-US" sz="2800" b="1" dirty="0">
              <a:solidFill>
                <a:schemeClr val="bg1"/>
              </a:solidFill>
            </a:endParaRPr>
          </a:p>
        </p:txBody>
      </p:sp>
      <p:pic>
        <p:nvPicPr>
          <p:cNvPr id="7" name="Picture 6">
            <a:extLst>
              <a:ext uri="{FF2B5EF4-FFF2-40B4-BE49-F238E27FC236}">
                <a16:creationId xmlns:a16="http://schemas.microsoft.com/office/drawing/2014/main" id="{DD651372-A383-8FDC-0A92-598D464C52AE}"/>
              </a:ext>
            </a:extLst>
          </p:cNvPr>
          <p:cNvPicPr>
            <a:picLocks noChangeAspect="1"/>
          </p:cNvPicPr>
          <p:nvPr/>
        </p:nvPicPr>
        <p:blipFill>
          <a:blip r:embed="rId3"/>
          <a:stretch>
            <a:fillRect/>
          </a:stretch>
        </p:blipFill>
        <p:spPr>
          <a:xfrm>
            <a:off x="681038" y="3928122"/>
            <a:ext cx="2503453" cy="1167532"/>
          </a:xfrm>
          <a:prstGeom prst="rect">
            <a:avLst/>
          </a:prstGeom>
        </p:spPr>
      </p:pic>
      <p:sp>
        <p:nvSpPr>
          <p:cNvPr id="10" name="TextBox 9">
            <a:extLst>
              <a:ext uri="{FF2B5EF4-FFF2-40B4-BE49-F238E27FC236}">
                <a16:creationId xmlns:a16="http://schemas.microsoft.com/office/drawing/2014/main" id="{5C8B34C8-6DE6-F62C-2156-2992BB3CF1BB}"/>
              </a:ext>
            </a:extLst>
          </p:cNvPr>
          <p:cNvSpPr txBox="1"/>
          <p:nvPr/>
        </p:nvSpPr>
        <p:spPr>
          <a:xfrm>
            <a:off x="609093" y="5303783"/>
            <a:ext cx="6098578" cy="830997"/>
          </a:xfrm>
          <a:prstGeom prst="rect">
            <a:avLst/>
          </a:prstGeom>
          <a:noFill/>
        </p:spPr>
        <p:txBody>
          <a:bodyPr wrap="square">
            <a:spAutoFit/>
          </a:bodyPr>
          <a:lstStyle/>
          <a:p>
            <a:pPr marL="342900" indent="-342900">
              <a:buFont typeface="Arial" panose="020B0604020202020204" pitchFamily="34" charset="0"/>
              <a:buChar char="•"/>
            </a:pPr>
            <a:r>
              <a:rPr lang="en-US" sz="2400" dirty="0"/>
              <a:t>100 unique customers have placed at least one order.</a:t>
            </a:r>
          </a:p>
        </p:txBody>
      </p:sp>
    </p:spTree>
    <p:extLst>
      <p:ext uri="{BB962C8B-B14F-4D97-AF65-F5344CB8AC3E}">
        <p14:creationId xmlns:p14="http://schemas.microsoft.com/office/powerpoint/2010/main" val="8161866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C95ECE6-23AD-7D09-BE8C-C4F6868BF29B}"/>
              </a:ext>
            </a:extLst>
          </p:cNvPr>
          <p:cNvSpPr>
            <a:spLocks noGrp="1"/>
          </p:cNvSpPr>
          <p:nvPr>
            <p:ph idx="1"/>
          </p:nvPr>
        </p:nvSpPr>
        <p:spPr>
          <a:xfrm>
            <a:off x="677608" y="2968894"/>
            <a:ext cx="7213713" cy="709073"/>
          </a:xfrm>
        </p:spPr>
        <p:txBody>
          <a:bodyPr>
            <a:normAutofit/>
          </a:bodyPr>
          <a:lstStyle/>
          <a:p>
            <a:r>
              <a:rPr lang="en-GB" sz="2400" dirty="0" err="1"/>
              <a:t>Barishal,generate</a:t>
            </a:r>
            <a:r>
              <a:rPr lang="en-GB" sz="2400" dirty="0"/>
              <a:t> the highest number of orders.</a:t>
            </a:r>
          </a:p>
        </p:txBody>
      </p:sp>
      <p:sp>
        <p:nvSpPr>
          <p:cNvPr id="11" name="TextBox 10">
            <a:extLst>
              <a:ext uri="{FF2B5EF4-FFF2-40B4-BE49-F238E27FC236}">
                <a16:creationId xmlns:a16="http://schemas.microsoft.com/office/drawing/2014/main" id="{C30A4722-CE17-54FE-9FC0-7E857F9662D2}"/>
              </a:ext>
            </a:extLst>
          </p:cNvPr>
          <p:cNvSpPr txBox="1"/>
          <p:nvPr/>
        </p:nvSpPr>
        <p:spPr>
          <a:xfrm>
            <a:off x="677608" y="229720"/>
            <a:ext cx="7976110" cy="461665"/>
          </a:xfrm>
          <a:prstGeom prst="rect">
            <a:avLst/>
          </a:prstGeom>
          <a:solidFill>
            <a:schemeClr val="tx2"/>
          </a:solidFill>
        </p:spPr>
        <p:txBody>
          <a:bodyPr wrap="square">
            <a:spAutoFit/>
          </a:bodyPr>
          <a:lstStyle/>
          <a:p>
            <a:r>
              <a:rPr lang="en-GB" sz="2400" b="1" dirty="0">
                <a:solidFill>
                  <a:schemeClr val="bg1"/>
                </a:solidFill>
                <a:cs typeface="Mongolian Baiti" panose="03000500000000000000" pitchFamily="66" charset="0"/>
              </a:rPr>
              <a:t>Q3. Which cities generate the highest number of orders?</a:t>
            </a:r>
            <a:endParaRPr lang="en-US" sz="2400" dirty="0"/>
          </a:p>
        </p:txBody>
      </p:sp>
      <p:pic>
        <p:nvPicPr>
          <p:cNvPr id="17" name="Picture 16">
            <a:extLst>
              <a:ext uri="{FF2B5EF4-FFF2-40B4-BE49-F238E27FC236}">
                <a16:creationId xmlns:a16="http://schemas.microsoft.com/office/drawing/2014/main" id="{4356DB51-15B6-7BF9-4764-061358C6EB5B}"/>
              </a:ext>
            </a:extLst>
          </p:cNvPr>
          <p:cNvPicPr>
            <a:picLocks noChangeAspect="1"/>
          </p:cNvPicPr>
          <p:nvPr/>
        </p:nvPicPr>
        <p:blipFill>
          <a:blip r:embed="rId2"/>
          <a:stretch>
            <a:fillRect/>
          </a:stretch>
        </p:blipFill>
        <p:spPr>
          <a:xfrm>
            <a:off x="677608" y="903282"/>
            <a:ext cx="3425665" cy="1933112"/>
          </a:xfrm>
          <a:prstGeom prst="rect">
            <a:avLst/>
          </a:prstGeom>
        </p:spPr>
      </p:pic>
      <p:sp>
        <p:nvSpPr>
          <p:cNvPr id="4" name="TextBox 3">
            <a:extLst>
              <a:ext uri="{FF2B5EF4-FFF2-40B4-BE49-F238E27FC236}">
                <a16:creationId xmlns:a16="http://schemas.microsoft.com/office/drawing/2014/main" id="{D498009E-7E91-E5B3-8962-DD10F27EDE42}"/>
              </a:ext>
            </a:extLst>
          </p:cNvPr>
          <p:cNvSpPr txBox="1"/>
          <p:nvPr/>
        </p:nvSpPr>
        <p:spPr>
          <a:xfrm>
            <a:off x="747272" y="3568798"/>
            <a:ext cx="7906445" cy="369332"/>
          </a:xfrm>
          <a:prstGeom prst="rect">
            <a:avLst/>
          </a:prstGeom>
          <a:solidFill>
            <a:schemeClr val="tx2"/>
          </a:solidFill>
        </p:spPr>
        <p:txBody>
          <a:bodyPr wrap="square">
            <a:spAutoFit/>
          </a:bodyPr>
          <a:lstStyle/>
          <a:p>
            <a:r>
              <a:rPr lang="en-GB" sz="1800" b="1" dirty="0">
                <a:solidFill>
                  <a:schemeClr val="bg1"/>
                </a:solidFill>
                <a:cs typeface="Mongolian Baiti" panose="03000500000000000000" pitchFamily="66" charset="0"/>
              </a:rPr>
              <a:t> Q4. What percentage of customers have placed more than one order?</a:t>
            </a:r>
            <a:endParaRPr lang="en-US" dirty="0"/>
          </a:p>
        </p:txBody>
      </p:sp>
      <p:pic>
        <p:nvPicPr>
          <p:cNvPr id="5" name="Picture 4">
            <a:extLst>
              <a:ext uri="{FF2B5EF4-FFF2-40B4-BE49-F238E27FC236}">
                <a16:creationId xmlns:a16="http://schemas.microsoft.com/office/drawing/2014/main" id="{40E20B21-06ED-CE15-32C8-20A7AD5A9F33}"/>
              </a:ext>
            </a:extLst>
          </p:cNvPr>
          <p:cNvPicPr>
            <a:picLocks noChangeAspect="1"/>
          </p:cNvPicPr>
          <p:nvPr/>
        </p:nvPicPr>
        <p:blipFill>
          <a:blip r:embed="rId3"/>
          <a:stretch>
            <a:fillRect/>
          </a:stretch>
        </p:blipFill>
        <p:spPr>
          <a:xfrm>
            <a:off x="747272" y="4168702"/>
            <a:ext cx="1919088" cy="838412"/>
          </a:xfrm>
          <a:prstGeom prst="rect">
            <a:avLst/>
          </a:prstGeom>
        </p:spPr>
      </p:pic>
      <p:sp>
        <p:nvSpPr>
          <p:cNvPr id="7" name="TextBox 6">
            <a:extLst>
              <a:ext uri="{FF2B5EF4-FFF2-40B4-BE49-F238E27FC236}">
                <a16:creationId xmlns:a16="http://schemas.microsoft.com/office/drawing/2014/main" id="{8A8DD7C0-BFA6-7F26-8300-2CF21CA50C56}"/>
              </a:ext>
            </a:extLst>
          </p:cNvPr>
          <p:cNvSpPr txBox="1"/>
          <p:nvPr/>
        </p:nvSpPr>
        <p:spPr>
          <a:xfrm>
            <a:off x="616643" y="5390641"/>
            <a:ext cx="4952358" cy="646331"/>
          </a:xfrm>
          <a:prstGeom prst="rect">
            <a:avLst/>
          </a:prstGeom>
          <a:noFill/>
        </p:spPr>
        <p:txBody>
          <a:bodyPr wrap="square">
            <a:spAutoFit/>
          </a:bodyPr>
          <a:lstStyle/>
          <a:p>
            <a:r>
              <a:rPr lang="en-GB" sz="1800" dirty="0"/>
              <a:t>100% of customer have placed more then one order</a:t>
            </a:r>
          </a:p>
        </p:txBody>
      </p:sp>
    </p:spTree>
    <p:extLst>
      <p:ext uri="{BB962C8B-B14F-4D97-AF65-F5344CB8AC3E}">
        <p14:creationId xmlns:p14="http://schemas.microsoft.com/office/powerpoint/2010/main" val="42209624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0DD5D80-FB6A-3844-9A07-EEE3B2056C90}"/>
              </a:ext>
            </a:extLst>
          </p:cNvPr>
          <p:cNvSpPr txBox="1">
            <a:spLocks/>
          </p:cNvSpPr>
          <p:nvPr/>
        </p:nvSpPr>
        <p:spPr>
          <a:xfrm>
            <a:off x="681036" y="3585881"/>
            <a:ext cx="8432228" cy="461665"/>
          </a:xfrm>
          <a:prstGeom prst="rect">
            <a:avLst/>
          </a:prstGeom>
          <a:solidFill>
            <a:schemeClr val="tx2"/>
          </a:solidFill>
        </p:spPr>
        <p:txBody>
          <a:bodyPr vert="horz" lIns="91440" tIns="45720" rIns="91440" bIns="45720" rtlCol="0" anchor="ctr">
            <a:normAutofit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GB" sz="2800" dirty="0">
                <a:solidFill>
                  <a:schemeClr val="bg1"/>
                </a:solidFill>
              </a:rPr>
              <a:t>Q6.What is the total revenue generated by </a:t>
            </a:r>
            <a:r>
              <a:rPr lang="en-GB" sz="2800" dirty="0" err="1">
                <a:solidFill>
                  <a:schemeClr val="bg1"/>
                </a:solidFill>
              </a:rPr>
              <a:t>UrbanCart</a:t>
            </a:r>
            <a:r>
              <a:rPr lang="en-GB" sz="2800" dirty="0">
                <a:solidFill>
                  <a:schemeClr val="bg1"/>
                </a:solidFill>
              </a:rPr>
              <a:t>?</a:t>
            </a:r>
            <a:endParaRPr lang="en-US" sz="2800" dirty="0">
              <a:solidFill>
                <a:schemeClr val="bg1"/>
              </a:solidFill>
            </a:endParaRPr>
          </a:p>
        </p:txBody>
      </p:sp>
      <p:sp>
        <p:nvSpPr>
          <p:cNvPr id="6" name="TextBox 5">
            <a:extLst>
              <a:ext uri="{FF2B5EF4-FFF2-40B4-BE49-F238E27FC236}">
                <a16:creationId xmlns:a16="http://schemas.microsoft.com/office/drawing/2014/main" id="{7082C486-E07A-F57D-383F-762F0F2F932B}"/>
              </a:ext>
            </a:extLst>
          </p:cNvPr>
          <p:cNvSpPr txBox="1"/>
          <p:nvPr/>
        </p:nvSpPr>
        <p:spPr>
          <a:xfrm>
            <a:off x="803211" y="5244198"/>
            <a:ext cx="8638366" cy="461665"/>
          </a:xfrm>
          <a:prstGeom prst="rect">
            <a:avLst/>
          </a:prstGeom>
          <a:noFill/>
        </p:spPr>
        <p:txBody>
          <a:bodyPr wrap="square">
            <a:spAutoFit/>
          </a:bodyPr>
          <a:lstStyle/>
          <a:p>
            <a:pPr marL="342900" indent="-342900">
              <a:buFont typeface="Arial" panose="020B0604020202020204" pitchFamily="34" charset="0"/>
              <a:buChar char="•"/>
            </a:pPr>
            <a:r>
              <a:rPr lang="en-US" sz="2400" dirty="0"/>
              <a:t>2,245,122 taka is total revenue generated by </a:t>
            </a:r>
            <a:r>
              <a:rPr lang="en-US" sz="2400" dirty="0" err="1"/>
              <a:t>urbanchart</a:t>
            </a:r>
            <a:endParaRPr lang="en-US" sz="2400" dirty="0"/>
          </a:p>
        </p:txBody>
      </p:sp>
      <p:pic>
        <p:nvPicPr>
          <p:cNvPr id="8" name="Picture 7">
            <a:extLst>
              <a:ext uri="{FF2B5EF4-FFF2-40B4-BE49-F238E27FC236}">
                <a16:creationId xmlns:a16="http://schemas.microsoft.com/office/drawing/2014/main" id="{5619E378-17A2-3713-D406-22C803B9BA00}"/>
              </a:ext>
            </a:extLst>
          </p:cNvPr>
          <p:cNvPicPr>
            <a:picLocks noChangeAspect="1"/>
          </p:cNvPicPr>
          <p:nvPr/>
        </p:nvPicPr>
        <p:blipFill>
          <a:blip r:embed="rId2"/>
          <a:stretch>
            <a:fillRect/>
          </a:stretch>
        </p:blipFill>
        <p:spPr>
          <a:xfrm>
            <a:off x="803211" y="4201427"/>
            <a:ext cx="1458315" cy="756968"/>
          </a:xfrm>
          <a:prstGeom prst="rect">
            <a:avLst/>
          </a:prstGeom>
        </p:spPr>
      </p:pic>
      <p:sp>
        <p:nvSpPr>
          <p:cNvPr id="12" name="Title 1">
            <a:extLst>
              <a:ext uri="{FF2B5EF4-FFF2-40B4-BE49-F238E27FC236}">
                <a16:creationId xmlns:a16="http://schemas.microsoft.com/office/drawing/2014/main" id="{31EA381D-5D9D-118D-4834-F686E91B36CC}"/>
              </a:ext>
            </a:extLst>
          </p:cNvPr>
          <p:cNvSpPr>
            <a:spLocks noGrp="1"/>
          </p:cNvSpPr>
          <p:nvPr>
            <p:ph type="title"/>
          </p:nvPr>
        </p:nvSpPr>
        <p:spPr>
          <a:xfrm>
            <a:off x="683916" y="207011"/>
            <a:ext cx="8429348" cy="422989"/>
          </a:xfrm>
          <a:solidFill>
            <a:schemeClr val="tx2"/>
          </a:solidFill>
        </p:spPr>
        <p:txBody>
          <a:bodyPr>
            <a:normAutofit fontScale="90000"/>
          </a:bodyPr>
          <a:lstStyle/>
          <a:p>
            <a:r>
              <a:rPr lang="en-GB" sz="2800" dirty="0">
                <a:solidFill>
                  <a:schemeClr val="bg1"/>
                </a:solidFill>
              </a:rPr>
              <a:t>Q5. What is the monthly trend of total orders over time?</a:t>
            </a:r>
            <a:endParaRPr lang="en-US" sz="2800" dirty="0">
              <a:solidFill>
                <a:schemeClr val="bg1"/>
              </a:solidFill>
            </a:endParaRPr>
          </a:p>
        </p:txBody>
      </p:sp>
      <p:pic>
        <p:nvPicPr>
          <p:cNvPr id="13" name="Picture 12">
            <a:extLst>
              <a:ext uri="{FF2B5EF4-FFF2-40B4-BE49-F238E27FC236}">
                <a16:creationId xmlns:a16="http://schemas.microsoft.com/office/drawing/2014/main" id="{68EB6B09-D68D-EC3A-5B49-61AC917C7F0B}"/>
              </a:ext>
            </a:extLst>
          </p:cNvPr>
          <p:cNvPicPr>
            <a:picLocks noChangeAspect="1"/>
          </p:cNvPicPr>
          <p:nvPr/>
        </p:nvPicPr>
        <p:blipFill>
          <a:blip r:embed="rId3"/>
          <a:stretch>
            <a:fillRect/>
          </a:stretch>
        </p:blipFill>
        <p:spPr>
          <a:xfrm>
            <a:off x="683916" y="748747"/>
            <a:ext cx="3692533" cy="2133708"/>
          </a:xfrm>
          <a:prstGeom prst="rect">
            <a:avLst/>
          </a:prstGeom>
        </p:spPr>
      </p:pic>
      <p:sp>
        <p:nvSpPr>
          <p:cNvPr id="15" name="TextBox 14">
            <a:extLst>
              <a:ext uri="{FF2B5EF4-FFF2-40B4-BE49-F238E27FC236}">
                <a16:creationId xmlns:a16="http://schemas.microsoft.com/office/drawing/2014/main" id="{DA977731-4138-8592-7838-7FC6074C2D46}"/>
              </a:ext>
            </a:extLst>
          </p:cNvPr>
          <p:cNvSpPr txBox="1"/>
          <p:nvPr/>
        </p:nvSpPr>
        <p:spPr>
          <a:xfrm>
            <a:off x="681036" y="2882455"/>
            <a:ext cx="8345211" cy="646331"/>
          </a:xfrm>
          <a:prstGeom prst="rect">
            <a:avLst/>
          </a:prstGeom>
          <a:noFill/>
        </p:spPr>
        <p:txBody>
          <a:bodyPr wrap="square">
            <a:spAutoFit/>
          </a:bodyPr>
          <a:lstStyle/>
          <a:p>
            <a:pPr marL="285750" indent="-285750">
              <a:buFont typeface="Arial" panose="020B0604020202020204" pitchFamily="34" charset="0"/>
              <a:buChar char="•"/>
            </a:pPr>
            <a:r>
              <a:rPr lang="en-US" sz="1800" dirty="0"/>
              <a:t>In January 10 we get highest number of order, it was 413. on the other hand, second highest number of is 371 on January 11.</a:t>
            </a:r>
          </a:p>
        </p:txBody>
      </p:sp>
    </p:spTree>
    <p:extLst>
      <p:ext uri="{BB962C8B-B14F-4D97-AF65-F5344CB8AC3E}">
        <p14:creationId xmlns:p14="http://schemas.microsoft.com/office/powerpoint/2010/main" val="26120340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54CE1D-FEC5-EDAF-9EC4-DAC3B9EC64D6}"/>
              </a:ext>
            </a:extLst>
          </p:cNvPr>
          <p:cNvSpPr>
            <a:spLocks noGrp="1"/>
          </p:cNvSpPr>
          <p:nvPr>
            <p:ph type="title"/>
          </p:nvPr>
        </p:nvSpPr>
        <p:spPr>
          <a:xfrm>
            <a:off x="570702" y="274057"/>
            <a:ext cx="8902909" cy="459217"/>
          </a:xfrm>
          <a:solidFill>
            <a:schemeClr val="tx2"/>
          </a:solidFill>
        </p:spPr>
        <p:txBody>
          <a:bodyPr>
            <a:normAutofit fontScale="90000"/>
          </a:bodyPr>
          <a:lstStyle/>
          <a:p>
            <a:r>
              <a:rPr lang="en-GB" sz="2800" dirty="0">
                <a:solidFill>
                  <a:schemeClr val="bg1"/>
                </a:solidFill>
              </a:rPr>
              <a:t>Q7.Which product categories contribute the most to total revenue?</a:t>
            </a:r>
            <a:endParaRPr lang="en-US" sz="2800" dirty="0">
              <a:solidFill>
                <a:schemeClr val="bg1"/>
              </a:solidFill>
            </a:endParaRPr>
          </a:p>
        </p:txBody>
      </p:sp>
      <p:sp>
        <p:nvSpPr>
          <p:cNvPr id="3" name="Content Placeholder 2">
            <a:extLst>
              <a:ext uri="{FF2B5EF4-FFF2-40B4-BE49-F238E27FC236}">
                <a16:creationId xmlns:a16="http://schemas.microsoft.com/office/drawing/2014/main" id="{D9402B79-D619-DFF8-F383-42E8B6EE4F98}"/>
              </a:ext>
            </a:extLst>
          </p:cNvPr>
          <p:cNvSpPr>
            <a:spLocks noGrp="1"/>
          </p:cNvSpPr>
          <p:nvPr>
            <p:ph idx="1"/>
          </p:nvPr>
        </p:nvSpPr>
        <p:spPr>
          <a:xfrm>
            <a:off x="462725" y="2833748"/>
            <a:ext cx="8980547" cy="753674"/>
          </a:xfrm>
        </p:spPr>
        <p:txBody>
          <a:bodyPr>
            <a:normAutofit fontScale="85000" lnSpcReduction="10000"/>
          </a:bodyPr>
          <a:lstStyle/>
          <a:p>
            <a:r>
              <a:rPr lang="en-US" sz="2400" dirty="0"/>
              <a:t>Fashion category products generated highest amount of revenue. On the other hand dairy category products generate lowest amount of revenue.  </a:t>
            </a:r>
          </a:p>
        </p:txBody>
      </p:sp>
      <p:pic>
        <p:nvPicPr>
          <p:cNvPr id="10" name="Picture 9">
            <a:extLst>
              <a:ext uri="{FF2B5EF4-FFF2-40B4-BE49-F238E27FC236}">
                <a16:creationId xmlns:a16="http://schemas.microsoft.com/office/drawing/2014/main" id="{7C261193-F8B0-115C-7CC4-29C49D2AC61A}"/>
              </a:ext>
            </a:extLst>
          </p:cNvPr>
          <p:cNvPicPr>
            <a:picLocks noChangeAspect="1"/>
          </p:cNvPicPr>
          <p:nvPr/>
        </p:nvPicPr>
        <p:blipFill>
          <a:blip r:embed="rId2"/>
          <a:stretch>
            <a:fillRect/>
          </a:stretch>
        </p:blipFill>
        <p:spPr>
          <a:xfrm>
            <a:off x="570702" y="758004"/>
            <a:ext cx="3647833" cy="2082626"/>
          </a:xfrm>
          <a:prstGeom prst="rect">
            <a:avLst/>
          </a:prstGeom>
        </p:spPr>
      </p:pic>
      <p:sp>
        <p:nvSpPr>
          <p:cNvPr id="5" name="TextBox 4">
            <a:extLst>
              <a:ext uri="{FF2B5EF4-FFF2-40B4-BE49-F238E27FC236}">
                <a16:creationId xmlns:a16="http://schemas.microsoft.com/office/drawing/2014/main" id="{F5450D26-27F4-F674-4E4D-B5A9F8E3EE19}"/>
              </a:ext>
            </a:extLst>
          </p:cNvPr>
          <p:cNvSpPr txBox="1"/>
          <p:nvPr/>
        </p:nvSpPr>
        <p:spPr>
          <a:xfrm>
            <a:off x="570701" y="3488333"/>
            <a:ext cx="8833751" cy="461665"/>
          </a:xfrm>
          <a:prstGeom prst="rect">
            <a:avLst/>
          </a:prstGeom>
          <a:solidFill>
            <a:schemeClr val="tx2"/>
          </a:solidFill>
        </p:spPr>
        <p:txBody>
          <a:bodyPr wrap="square">
            <a:spAutoFit/>
          </a:bodyPr>
          <a:lstStyle/>
          <a:p>
            <a:r>
              <a:rPr lang="en-GB" sz="2400" dirty="0">
                <a:solidFill>
                  <a:schemeClr val="bg1"/>
                </a:solidFill>
              </a:rPr>
              <a:t>Q8.Which individual products generate the highest revenue?</a:t>
            </a:r>
            <a:endParaRPr lang="en-US" sz="2400" dirty="0"/>
          </a:p>
        </p:txBody>
      </p:sp>
      <p:pic>
        <p:nvPicPr>
          <p:cNvPr id="6" name="Picture 5">
            <a:extLst>
              <a:ext uri="{FF2B5EF4-FFF2-40B4-BE49-F238E27FC236}">
                <a16:creationId xmlns:a16="http://schemas.microsoft.com/office/drawing/2014/main" id="{496E10DC-E45A-1E25-91D8-B7225140BA81}"/>
              </a:ext>
            </a:extLst>
          </p:cNvPr>
          <p:cNvPicPr>
            <a:picLocks noChangeAspect="1"/>
          </p:cNvPicPr>
          <p:nvPr/>
        </p:nvPicPr>
        <p:blipFill>
          <a:blip r:embed="rId3"/>
          <a:stretch>
            <a:fillRect/>
          </a:stretch>
        </p:blipFill>
        <p:spPr>
          <a:xfrm>
            <a:off x="570701" y="4033003"/>
            <a:ext cx="3496163" cy="1143160"/>
          </a:xfrm>
          <a:prstGeom prst="rect">
            <a:avLst/>
          </a:prstGeom>
        </p:spPr>
      </p:pic>
      <p:sp>
        <p:nvSpPr>
          <p:cNvPr id="8" name="TextBox 7">
            <a:extLst>
              <a:ext uri="{FF2B5EF4-FFF2-40B4-BE49-F238E27FC236}">
                <a16:creationId xmlns:a16="http://schemas.microsoft.com/office/drawing/2014/main" id="{B5F7847B-538C-F5BA-ABDA-83B531955686}"/>
              </a:ext>
            </a:extLst>
          </p:cNvPr>
          <p:cNvSpPr txBox="1"/>
          <p:nvPr/>
        </p:nvSpPr>
        <p:spPr>
          <a:xfrm>
            <a:off x="531883" y="5259168"/>
            <a:ext cx="8980546" cy="923330"/>
          </a:xfrm>
          <a:prstGeom prst="rect">
            <a:avLst/>
          </a:prstGeom>
          <a:noFill/>
        </p:spPr>
        <p:txBody>
          <a:bodyPr wrap="square">
            <a:spAutoFit/>
          </a:bodyPr>
          <a:lstStyle/>
          <a:p>
            <a:pPr marL="285750" indent="-285750">
              <a:buFont typeface="Arial" panose="020B0604020202020204" pitchFamily="34" charset="0"/>
              <a:buChar char="•"/>
            </a:pPr>
            <a:r>
              <a:rPr lang="en-US" sz="1800" dirty="0"/>
              <a:t>Here, power bank are products in the electronic category. its generate highest revenue among individual product. At the same time, grocery items and </a:t>
            </a:r>
            <a:r>
              <a:rPr lang="en-US" sz="1800" dirty="0" err="1"/>
              <a:t>ladis</a:t>
            </a:r>
            <a:r>
              <a:rPr lang="en-US" sz="1800" dirty="0"/>
              <a:t> items also generated good revenue.</a:t>
            </a:r>
          </a:p>
        </p:txBody>
      </p:sp>
    </p:spTree>
    <p:extLst>
      <p:ext uri="{BB962C8B-B14F-4D97-AF65-F5344CB8AC3E}">
        <p14:creationId xmlns:p14="http://schemas.microsoft.com/office/powerpoint/2010/main" val="13772032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33D5AB-4610-CEE6-E2D9-C1EEB8BCE055}"/>
              </a:ext>
            </a:extLst>
          </p:cNvPr>
          <p:cNvSpPr>
            <a:spLocks noGrp="1"/>
          </p:cNvSpPr>
          <p:nvPr>
            <p:ph type="title"/>
          </p:nvPr>
        </p:nvSpPr>
        <p:spPr>
          <a:xfrm>
            <a:off x="551978" y="460232"/>
            <a:ext cx="8802044" cy="541123"/>
          </a:xfrm>
          <a:solidFill>
            <a:schemeClr val="tx2"/>
          </a:solidFill>
        </p:spPr>
        <p:txBody>
          <a:bodyPr>
            <a:noAutofit/>
          </a:bodyPr>
          <a:lstStyle/>
          <a:p>
            <a:r>
              <a:rPr lang="en-GB" sz="2400" dirty="0">
                <a:solidFill>
                  <a:schemeClr val="bg1"/>
                </a:solidFill>
              </a:rPr>
              <a:t>Q9.What is the Average Order Value (AOV) and Average Basket Size?</a:t>
            </a:r>
            <a:endParaRPr lang="en-US" sz="2400" dirty="0"/>
          </a:p>
        </p:txBody>
      </p:sp>
      <p:sp>
        <p:nvSpPr>
          <p:cNvPr id="3" name="Content Placeholder 2">
            <a:extLst>
              <a:ext uri="{FF2B5EF4-FFF2-40B4-BE49-F238E27FC236}">
                <a16:creationId xmlns:a16="http://schemas.microsoft.com/office/drawing/2014/main" id="{78357D3C-DD9A-DB55-CB39-C7200FEFE1FA}"/>
              </a:ext>
            </a:extLst>
          </p:cNvPr>
          <p:cNvSpPr>
            <a:spLocks noGrp="1"/>
          </p:cNvSpPr>
          <p:nvPr>
            <p:ph idx="1"/>
          </p:nvPr>
        </p:nvSpPr>
        <p:spPr>
          <a:xfrm>
            <a:off x="440789" y="2846136"/>
            <a:ext cx="8802044" cy="1441554"/>
          </a:xfrm>
        </p:spPr>
        <p:txBody>
          <a:bodyPr>
            <a:normAutofit/>
          </a:bodyPr>
          <a:lstStyle/>
          <a:p>
            <a:r>
              <a:rPr lang="en-GB" sz="2400" dirty="0"/>
              <a:t>The Average</a:t>
            </a:r>
            <a:r>
              <a:rPr lang="en-GB" sz="2400" b="1" dirty="0"/>
              <a:t> </a:t>
            </a:r>
            <a:r>
              <a:rPr lang="en-GB" sz="2400" dirty="0"/>
              <a:t>Order</a:t>
            </a:r>
            <a:r>
              <a:rPr lang="en-GB" sz="2400" b="1" dirty="0"/>
              <a:t> </a:t>
            </a:r>
            <a:r>
              <a:rPr lang="en-GB" sz="2400" dirty="0"/>
              <a:t>Value</a:t>
            </a:r>
            <a:r>
              <a:rPr lang="en-GB" sz="2400" b="1" dirty="0"/>
              <a:t> (AOV)</a:t>
            </a:r>
            <a:r>
              <a:rPr lang="en-GB" sz="2400" dirty="0"/>
              <a:t> represents the average monetary value of each customer order. Based on the analysis, the AOV is 1,870.94, indicating that, on average, customers spend 1,870.94 per transaction.</a:t>
            </a:r>
            <a:endParaRPr lang="en-US" sz="2400" dirty="0"/>
          </a:p>
        </p:txBody>
      </p:sp>
      <p:pic>
        <p:nvPicPr>
          <p:cNvPr id="5" name="Picture 4">
            <a:extLst>
              <a:ext uri="{FF2B5EF4-FFF2-40B4-BE49-F238E27FC236}">
                <a16:creationId xmlns:a16="http://schemas.microsoft.com/office/drawing/2014/main" id="{8BD0D8F8-A34A-BE1C-DEEA-B5D2574EA64F}"/>
              </a:ext>
            </a:extLst>
          </p:cNvPr>
          <p:cNvPicPr>
            <a:picLocks noChangeAspect="1"/>
          </p:cNvPicPr>
          <p:nvPr/>
        </p:nvPicPr>
        <p:blipFill>
          <a:blip r:embed="rId2"/>
          <a:stretch>
            <a:fillRect/>
          </a:stretch>
        </p:blipFill>
        <p:spPr>
          <a:xfrm>
            <a:off x="613499" y="1382622"/>
            <a:ext cx="4228312" cy="541123"/>
          </a:xfrm>
          <a:prstGeom prst="rect">
            <a:avLst/>
          </a:prstGeom>
        </p:spPr>
      </p:pic>
    </p:spTree>
    <p:extLst>
      <p:ext uri="{BB962C8B-B14F-4D97-AF65-F5344CB8AC3E}">
        <p14:creationId xmlns:p14="http://schemas.microsoft.com/office/powerpoint/2010/main" val="2858571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694EFB-E9A6-90BD-19BA-785FDC2E0288}"/>
              </a:ext>
            </a:extLst>
          </p:cNvPr>
          <p:cNvSpPr>
            <a:spLocks noGrp="1"/>
          </p:cNvSpPr>
          <p:nvPr>
            <p:ph type="title"/>
          </p:nvPr>
        </p:nvSpPr>
        <p:spPr>
          <a:xfrm>
            <a:off x="472184" y="239366"/>
            <a:ext cx="8961632" cy="629729"/>
          </a:xfrm>
          <a:solidFill>
            <a:schemeClr val="tx2"/>
          </a:solidFill>
        </p:spPr>
        <p:txBody>
          <a:bodyPr>
            <a:normAutofit fontScale="90000"/>
          </a:bodyPr>
          <a:lstStyle/>
          <a:p>
            <a:r>
              <a:rPr lang="en-GB" sz="2800" dirty="0">
                <a:solidFill>
                  <a:schemeClr val="bg1"/>
                </a:solidFill>
              </a:rPr>
              <a:t>Q10.Which products are at risk of stock-out due to high sales volume and low inventory?</a:t>
            </a:r>
            <a:endParaRPr lang="en-US" sz="2800" dirty="0"/>
          </a:p>
        </p:txBody>
      </p:sp>
      <p:sp>
        <p:nvSpPr>
          <p:cNvPr id="3" name="Content Placeholder 2">
            <a:extLst>
              <a:ext uri="{FF2B5EF4-FFF2-40B4-BE49-F238E27FC236}">
                <a16:creationId xmlns:a16="http://schemas.microsoft.com/office/drawing/2014/main" id="{5E3B32BE-E4C9-1175-C72D-C9333D698F60}"/>
              </a:ext>
            </a:extLst>
          </p:cNvPr>
          <p:cNvSpPr>
            <a:spLocks noGrp="1"/>
          </p:cNvSpPr>
          <p:nvPr>
            <p:ph idx="1"/>
          </p:nvPr>
        </p:nvSpPr>
        <p:spPr>
          <a:xfrm>
            <a:off x="3488464" y="3233614"/>
            <a:ext cx="5867714" cy="2429531"/>
          </a:xfrm>
        </p:spPr>
        <p:txBody>
          <a:bodyPr>
            <a:normAutofit fontScale="92500" lnSpcReduction="10000"/>
          </a:bodyPr>
          <a:lstStyle/>
          <a:p>
            <a:r>
              <a:rPr lang="en-GB" sz="2000" dirty="0"/>
              <a:t>The distribution shows that while High Risk products contribute a significant share of total sales, a large portion of demand is still driven by Low and Medium Risk items with healthier inventory levels. However, the High Risk category represents the most critical operational concern, as these products combine strong sales demand with insufficient stock. Immediate replenishment actions should focus on High Risk items, while Medium Risk products should be monitored to prevent future stock-outs.</a:t>
            </a:r>
            <a:endParaRPr lang="en-US" sz="2000" dirty="0"/>
          </a:p>
        </p:txBody>
      </p:sp>
      <p:pic>
        <p:nvPicPr>
          <p:cNvPr id="5" name="Picture 4">
            <a:extLst>
              <a:ext uri="{FF2B5EF4-FFF2-40B4-BE49-F238E27FC236}">
                <a16:creationId xmlns:a16="http://schemas.microsoft.com/office/drawing/2014/main" id="{DF9C01CD-7C2D-BC92-84E0-E7AC679A2F74}"/>
              </a:ext>
            </a:extLst>
          </p:cNvPr>
          <p:cNvPicPr>
            <a:picLocks noChangeAspect="1"/>
          </p:cNvPicPr>
          <p:nvPr/>
        </p:nvPicPr>
        <p:blipFill>
          <a:blip r:embed="rId2"/>
          <a:stretch>
            <a:fillRect/>
          </a:stretch>
        </p:blipFill>
        <p:spPr>
          <a:xfrm>
            <a:off x="472184" y="1069675"/>
            <a:ext cx="3116638" cy="1570008"/>
          </a:xfrm>
          <a:prstGeom prst="rect">
            <a:avLst/>
          </a:prstGeom>
        </p:spPr>
      </p:pic>
      <p:pic>
        <p:nvPicPr>
          <p:cNvPr id="7" name="Picture 6">
            <a:extLst>
              <a:ext uri="{FF2B5EF4-FFF2-40B4-BE49-F238E27FC236}">
                <a16:creationId xmlns:a16="http://schemas.microsoft.com/office/drawing/2014/main" id="{2D054CED-E63C-BF96-EC4A-1D4D5F16CC82}"/>
              </a:ext>
            </a:extLst>
          </p:cNvPr>
          <p:cNvPicPr>
            <a:picLocks noChangeAspect="1"/>
          </p:cNvPicPr>
          <p:nvPr/>
        </p:nvPicPr>
        <p:blipFill>
          <a:blip r:embed="rId3"/>
          <a:stretch>
            <a:fillRect/>
          </a:stretch>
        </p:blipFill>
        <p:spPr>
          <a:xfrm>
            <a:off x="3615076" y="1069675"/>
            <a:ext cx="2909371" cy="1570008"/>
          </a:xfrm>
          <a:prstGeom prst="rect">
            <a:avLst/>
          </a:prstGeom>
        </p:spPr>
      </p:pic>
      <p:pic>
        <p:nvPicPr>
          <p:cNvPr id="9" name="Picture 8">
            <a:extLst>
              <a:ext uri="{FF2B5EF4-FFF2-40B4-BE49-F238E27FC236}">
                <a16:creationId xmlns:a16="http://schemas.microsoft.com/office/drawing/2014/main" id="{A91F224E-37EB-7860-7463-673FDABCD7F5}"/>
              </a:ext>
            </a:extLst>
          </p:cNvPr>
          <p:cNvPicPr>
            <a:picLocks noChangeAspect="1"/>
          </p:cNvPicPr>
          <p:nvPr/>
        </p:nvPicPr>
        <p:blipFill>
          <a:blip r:embed="rId4"/>
          <a:stretch>
            <a:fillRect/>
          </a:stretch>
        </p:blipFill>
        <p:spPr>
          <a:xfrm>
            <a:off x="6550701" y="1069675"/>
            <a:ext cx="2924200" cy="1473922"/>
          </a:xfrm>
          <a:prstGeom prst="rect">
            <a:avLst/>
          </a:prstGeom>
        </p:spPr>
      </p:pic>
      <p:pic>
        <p:nvPicPr>
          <p:cNvPr id="11" name="Picture 10">
            <a:extLst>
              <a:ext uri="{FF2B5EF4-FFF2-40B4-BE49-F238E27FC236}">
                <a16:creationId xmlns:a16="http://schemas.microsoft.com/office/drawing/2014/main" id="{2CD49F3E-42D6-0EA8-757A-5775FAFF9BDD}"/>
              </a:ext>
            </a:extLst>
          </p:cNvPr>
          <p:cNvPicPr>
            <a:picLocks noChangeAspect="1"/>
          </p:cNvPicPr>
          <p:nvPr/>
        </p:nvPicPr>
        <p:blipFill>
          <a:blip r:embed="rId5"/>
          <a:stretch>
            <a:fillRect/>
          </a:stretch>
        </p:blipFill>
        <p:spPr>
          <a:xfrm>
            <a:off x="472184" y="3304392"/>
            <a:ext cx="2909371" cy="1967541"/>
          </a:xfrm>
          <a:prstGeom prst="rect">
            <a:avLst/>
          </a:prstGeom>
        </p:spPr>
      </p:pic>
    </p:spTree>
    <p:extLst>
      <p:ext uri="{BB962C8B-B14F-4D97-AF65-F5344CB8AC3E}">
        <p14:creationId xmlns:p14="http://schemas.microsoft.com/office/powerpoint/2010/main" val="4059925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6599B-3918-CE10-DEC5-65B9200B649B}"/>
              </a:ext>
            </a:extLst>
          </p:cNvPr>
          <p:cNvSpPr>
            <a:spLocks noGrp="1"/>
          </p:cNvSpPr>
          <p:nvPr>
            <p:ph type="title"/>
          </p:nvPr>
        </p:nvSpPr>
        <p:spPr>
          <a:xfrm>
            <a:off x="681037" y="365128"/>
            <a:ext cx="7760875" cy="403275"/>
          </a:xfrm>
          <a:solidFill>
            <a:schemeClr val="tx2"/>
          </a:solidFill>
        </p:spPr>
        <p:txBody>
          <a:bodyPr>
            <a:noAutofit/>
          </a:bodyPr>
          <a:lstStyle/>
          <a:p>
            <a:r>
              <a:rPr lang="en-GB" sz="2400" dirty="0">
                <a:solidFill>
                  <a:schemeClr val="bg1"/>
                </a:solidFill>
              </a:rPr>
              <a:t>Q11.Which customers contribute the highest total revenue?</a:t>
            </a:r>
            <a:endParaRPr lang="en-US" sz="2400" dirty="0">
              <a:solidFill>
                <a:schemeClr val="bg1"/>
              </a:solidFill>
            </a:endParaRPr>
          </a:p>
        </p:txBody>
      </p:sp>
      <p:sp>
        <p:nvSpPr>
          <p:cNvPr id="3" name="Content Placeholder 2">
            <a:extLst>
              <a:ext uri="{FF2B5EF4-FFF2-40B4-BE49-F238E27FC236}">
                <a16:creationId xmlns:a16="http://schemas.microsoft.com/office/drawing/2014/main" id="{3602C018-AEAD-6EB1-E810-B19C0B0A63BD}"/>
              </a:ext>
            </a:extLst>
          </p:cNvPr>
          <p:cNvSpPr>
            <a:spLocks noGrp="1"/>
          </p:cNvSpPr>
          <p:nvPr>
            <p:ph idx="1"/>
          </p:nvPr>
        </p:nvSpPr>
        <p:spPr>
          <a:xfrm>
            <a:off x="681037" y="2669686"/>
            <a:ext cx="8528953" cy="747681"/>
          </a:xfrm>
        </p:spPr>
        <p:txBody>
          <a:bodyPr>
            <a:normAutofit/>
          </a:bodyPr>
          <a:lstStyle/>
          <a:p>
            <a:r>
              <a:rPr lang="en-US" sz="2000" dirty="0"/>
              <a:t>Here are the top 10 customers are contribute the highest total revenue</a:t>
            </a:r>
          </a:p>
        </p:txBody>
      </p:sp>
      <p:pic>
        <p:nvPicPr>
          <p:cNvPr id="5" name="Picture 4">
            <a:extLst>
              <a:ext uri="{FF2B5EF4-FFF2-40B4-BE49-F238E27FC236}">
                <a16:creationId xmlns:a16="http://schemas.microsoft.com/office/drawing/2014/main" id="{4FF03A9D-A940-828D-67F8-702092A6E205}"/>
              </a:ext>
            </a:extLst>
          </p:cNvPr>
          <p:cNvPicPr>
            <a:picLocks noChangeAspect="1"/>
          </p:cNvPicPr>
          <p:nvPr/>
        </p:nvPicPr>
        <p:blipFill>
          <a:blip r:embed="rId2"/>
          <a:stretch>
            <a:fillRect/>
          </a:stretch>
        </p:blipFill>
        <p:spPr>
          <a:xfrm>
            <a:off x="681037" y="873373"/>
            <a:ext cx="3295680" cy="1771340"/>
          </a:xfrm>
          <a:prstGeom prst="rect">
            <a:avLst/>
          </a:prstGeom>
        </p:spPr>
      </p:pic>
      <p:sp>
        <p:nvSpPr>
          <p:cNvPr id="6" name="TextBox 5">
            <a:extLst>
              <a:ext uri="{FF2B5EF4-FFF2-40B4-BE49-F238E27FC236}">
                <a16:creationId xmlns:a16="http://schemas.microsoft.com/office/drawing/2014/main" id="{DA6BDA85-179E-F80B-477F-5FF94A028B01}"/>
              </a:ext>
            </a:extLst>
          </p:cNvPr>
          <p:cNvSpPr txBox="1"/>
          <p:nvPr/>
        </p:nvSpPr>
        <p:spPr>
          <a:xfrm>
            <a:off x="681037" y="3417368"/>
            <a:ext cx="7760875" cy="400110"/>
          </a:xfrm>
          <a:prstGeom prst="rect">
            <a:avLst/>
          </a:prstGeom>
          <a:solidFill>
            <a:schemeClr val="tx2"/>
          </a:solidFill>
        </p:spPr>
        <p:txBody>
          <a:bodyPr wrap="square">
            <a:spAutoFit/>
          </a:bodyPr>
          <a:lstStyle/>
          <a:p>
            <a:r>
              <a:rPr lang="en-GB" sz="2000" dirty="0">
                <a:solidFill>
                  <a:schemeClr val="bg1"/>
                </a:solidFill>
              </a:rPr>
              <a:t>Q12.What is the average number of products purchased per order?</a:t>
            </a:r>
            <a:endParaRPr lang="en-US" sz="2000" dirty="0"/>
          </a:p>
        </p:txBody>
      </p:sp>
      <p:pic>
        <p:nvPicPr>
          <p:cNvPr id="7" name="Picture 6">
            <a:extLst>
              <a:ext uri="{FF2B5EF4-FFF2-40B4-BE49-F238E27FC236}">
                <a16:creationId xmlns:a16="http://schemas.microsoft.com/office/drawing/2014/main" id="{6846F81F-614B-91A0-DEE3-BDDB6B6AEC0B}"/>
              </a:ext>
            </a:extLst>
          </p:cNvPr>
          <p:cNvPicPr>
            <a:picLocks noChangeAspect="1"/>
          </p:cNvPicPr>
          <p:nvPr/>
        </p:nvPicPr>
        <p:blipFill>
          <a:blip r:embed="rId3"/>
          <a:stretch>
            <a:fillRect/>
          </a:stretch>
        </p:blipFill>
        <p:spPr>
          <a:xfrm>
            <a:off x="681036" y="4024879"/>
            <a:ext cx="1971950" cy="619211"/>
          </a:xfrm>
          <a:prstGeom prst="rect">
            <a:avLst/>
          </a:prstGeom>
        </p:spPr>
      </p:pic>
      <p:sp>
        <p:nvSpPr>
          <p:cNvPr id="9" name="TextBox 8">
            <a:extLst>
              <a:ext uri="{FF2B5EF4-FFF2-40B4-BE49-F238E27FC236}">
                <a16:creationId xmlns:a16="http://schemas.microsoft.com/office/drawing/2014/main" id="{2E305B1D-9DB1-A50A-E617-CF2DCFD50065}"/>
              </a:ext>
            </a:extLst>
          </p:cNvPr>
          <p:cNvSpPr txBox="1"/>
          <p:nvPr/>
        </p:nvSpPr>
        <p:spPr>
          <a:xfrm>
            <a:off x="681036" y="4929673"/>
            <a:ext cx="8470647" cy="369332"/>
          </a:xfrm>
          <a:prstGeom prst="rect">
            <a:avLst/>
          </a:prstGeom>
          <a:noFill/>
        </p:spPr>
        <p:txBody>
          <a:bodyPr wrap="square">
            <a:spAutoFit/>
          </a:bodyPr>
          <a:lstStyle/>
          <a:p>
            <a:pPr marL="285750" indent="-285750">
              <a:buFont typeface="Arial" panose="020B0604020202020204" pitchFamily="34" charset="0"/>
              <a:buChar char="•"/>
            </a:pPr>
            <a:r>
              <a:rPr lang="en-US" dirty="0"/>
              <a:t>9.96 the average number of products purchased per order </a:t>
            </a:r>
          </a:p>
        </p:txBody>
      </p:sp>
    </p:spTree>
    <p:extLst>
      <p:ext uri="{BB962C8B-B14F-4D97-AF65-F5344CB8AC3E}">
        <p14:creationId xmlns:p14="http://schemas.microsoft.com/office/powerpoint/2010/main" val="3180441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18905B-2D64-DF9B-D098-1EE1F3F09A32}"/>
              </a:ext>
            </a:extLst>
          </p:cNvPr>
          <p:cNvSpPr>
            <a:spLocks noGrp="1"/>
          </p:cNvSpPr>
          <p:nvPr>
            <p:ph type="title"/>
          </p:nvPr>
        </p:nvSpPr>
        <p:spPr>
          <a:xfrm>
            <a:off x="681039" y="365127"/>
            <a:ext cx="8471588" cy="670043"/>
          </a:xfrm>
          <a:solidFill>
            <a:schemeClr val="tx2"/>
          </a:solidFill>
        </p:spPr>
        <p:txBody>
          <a:bodyPr>
            <a:normAutofit fontScale="90000"/>
          </a:bodyPr>
          <a:lstStyle/>
          <a:p>
            <a:r>
              <a:rPr lang="en-GB" sz="2800" dirty="0">
                <a:solidFill>
                  <a:schemeClr val="bg1"/>
                </a:solidFill>
              </a:rPr>
              <a:t>Q13.Do male and female customers show different purchasing patterns by category?</a:t>
            </a:r>
            <a:endParaRPr lang="en-US" sz="2800" dirty="0"/>
          </a:p>
        </p:txBody>
      </p:sp>
      <p:sp>
        <p:nvSpPr>
          <p:cNvPr id="3" name="Content Placeholder 2">
            <a:extLst>
              <a:ext uri="{FF2B5EF4-FFF2-40B4-BE49-F238E27FC236}">
                <a16:creationId xmlns:a16="http://schemas.microsoft.com/office/drawing/2014/main" id="{84BA656A-A39C-7678-391C-6F14843E5058}"/>
              </a:ext>
            </a:extLst>
          </p:cNvPr>
          <p:cNvSpPr>
            <a:spLocks noGrp="1"/>
          </p:cNvSpPr>
          <p:nvPr>
            <p:ph idx="1"/>
          </p:nvPr>
        </p:nvSpPr>
        <p:spPr>
          <a:xfrm>
            <a:off x="749043" y="4287082"/>
            <a:ext cx="7864759" cy="1529731"/>
          </a:xfrm>
        </p:spPr>
        <p:txBody>
          <a:bodyPr>
            <a:normAutofit/>
          </a:bodyPr>
          <a:lstStyle/>
          <a:p>
            <a:r>
              <a:rPr lang="en-GB" sz="2400" dirty="0"/>
              <a:t>Male customers purchase higher quantities across most categories, while female customers show relatively stronger demand in beverages and comparable behaviour in health and fresh food categories.</a:t>
            </a:r>
            <a:endParaRPr lang="en-US" sz="2400" dirty="0"/>
          </a:p>
        </p:txBody>
      </p:sp>
      <p:sp>
        <p:nvSpPr>
          <p:cNvPr id="6" name="TextBox 5">
            <a:extLst>
              <a:ext uri="{FF2B5EF4-FFF2-40B4-BE49-F238E27FC236}">
                <a16:creationId xmlns:a16="http://schemas.microsoft.com/office/drawing/2014/main" id="{D2DBA721-95E0-D5DB-6D26-D8CC5C9D1A36}"/>
              </a:ext>
            </a:extLst>
          </p:cNvPr>
          <p:cNvSpPr txBox="1"/>
          <p:nvPr/>
        </p:nvSpPr>
        <p:spPr>
          <a:xfrm>
            <a:off x="681038" y="1239736"/>
            <a:ext cx="3683479" cy="369332"/>
          </a:xfrm>
          <a:prstGeom prst="rect">
            <a:avLst/>
          </a:prstGeom>
          <a:solidFill>
            <a:schemeClr val="accent3"/>
          </a:solidFill>
        </p:spPr>
        <p:txBody>
          <a:bodyPr wrap="square" rtlCol="0">
            <a:spAutoFit/>
          </a:bodyPr>
          <a:lstStyle/>
          <a:p>
            <a:r>
              <a:rPr lang="en-US" dirty="0">
                <a:solidFill>
                  <a:schemeClr val="bg1"/>
                </a:solidFill>
              </a:rPr>
              <a:t>Quantity-based purchasing pattern</a:t>
            </a:r>
          </a:p>
        </p:txBody>
      </p:sp>
      <p:sp>
        <p:nvSpPr>
          <p:cNvPr id="7" name="TextBox 6">
            <a:extLst>
              <a:ext uri="{FF2B5EF4-FFF2-40B4-BE49-F238E27FC236}">
                <a16:creationId xmlns:a16="http://schemas.microsoft.com/office/drawing/2014/main" id="{B905E0D9-00E9-A8A4-4852-EFDDA8F692DF}"/>
              </a:ext>
            </a:extLst>
          </p:cNvPr>
          <p:cNvSpPr txBox="1"/>
          <p:nvPr/>
        </p:nvSpPr>
        <p:spPr>
          <a:xfrm>
            <a:off x="5777959" y="1251515"/>
            <a:ext cx="2636058" cy="369332"/>
          </a:xfrm>
          <a:prstGeom prst="rect">
            <a:avLst/>
          </a:prstGeom>
          <a:solidFill>
            <a:schemeClr val="accent3"/>
          </a:solidFill>
        </p:spPr>
        <p:txBody>
          <a:bodyPr wrap="square" rtlCol="0">
            <a:spAutoFit/>
          </a:bodyPr>
          <a:lstStyle/>
          <a:p>
            <a:r>
              <a:rPr lang="en-US" dirty="0">
                <a:solidFill>
                  <a:schemeClr val="bg1"/>
                </a:solidFill>
              </a:rPr>
              <a:t>Revenue-based pattern</a:t>
            </a:r>
          </a:p>
        </p:txBody>
      </p:sp>
      <p:pic>
        <p:nvPicPr>
          <p:cNvPr id="15" name="Picture 14">
            <a:extLst>
              <a:ext uri="{FF2B5EF4-FFF2-40B4-BE49-F238E27FC236}">
                <a16:creationId xmlns:a16="http://schemas.microsoft.com/office/drawing/2014/main" id="{C1CCDA20-A645-C196-178A-4022F83EF69E}"/>
              </a:ext>
            </a:extLst>
          </p:cNvPr>
          <p:cNvPicPr>
            <a:picLocks noChangeAspect="1"/>
          </p:cNvPicPr>
          <p:nvPr/>
        </p:nvPicPr>
        <p:blipFill>
          <a:blip r:embed="rId2"/>
          <a:stretch>
            <a:fillRect/>
          </a:stretch>
        </p:blipFill>
        <p:spPr>
          <a:xfrm>
            <a:off x="665798" y="1727369"/>
            <a:ext cx="2299378" cy="2343368"/>
          </a:xfrm>
          <a:prstGeom prst="rect">
            <a:avLst/>
          </a:prstGeom>
        </p:spPr>
      </p:pic>
      <p:pic>
        <p:nvPicPr>
          <p:cNvPr id="17" name="Picture 16">
            <a:extLst>
              <a:ext uri="{FF2B5EF4-FFF2-40B4-BE49-F238E27FC236}">
                <a16:creationId xmlns:a16="http://schemas.microsoft.com/office/drawing/2014/main" id="{C402997D-5E22-796C-0457-41A3C8FA81F0}"/>
              </a:ext>
            </a:extLst>
          </p:cNvPr>
          <p:cNvPicPr>
            <a:picLocks noChangeAspect="1"/>
          </p:cNvPicPr>
          <p:nvPr/>
        </p:nvPicPr>
        <p:blipFill>
          <a:blip r:embed="rId3"/>
          <a:stretch>
            <a:fillRect/>
          </a:stretch>
        </p:blipFill>
        <p:spPr>
          <a:xfrm>
            <a:off x="5902085" y="1727369"/>
            <a:ext cx="2299379" cy="2343369"/>
          </a:xfrm>
          <a:prstGeom prst="rect">
            <a:avLst/>
          </a:prstGeom>
        </p:spPr>
      </p:pic>
    </p:spTree>
    <p:extLst>
      <p:ext uri="{BB962C8B-B14F-4D97-AF65-F5344CB8AC3E}">
        <p14:creationId xmlns:p14="http://schemas.microsoft.com/office/powerpoint/2010/main" val="37740403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C0BFD7-277C-EC35-E9B2-FFACFA0A3A58}"/>
              </a:ext>
            </a:extLst>
          </p:cNvPr>
          <p:cNvSpPr>
            <a:spLocks noGrp="1"/>
          </p:cNvSpPr>
          <p:nvPr>
            <p:ph type="title"/>
          </p:nvPr>
        </p:nvSpPr>
        <p:spPr>
          <a:xfrm>
            <a:off x="681036" y="242808"/>
            <a:ext cx="8543925" cy="419733"/>
          </a:xfrm>
          <a:solidFill>
            <a:schemeClr val="tx2"/>
          </a:solidFill>
        </p:spPr>
        <p:txBody>
          <a:bodyPr>
            <a:normAutofit fontScale="90000"/>
          </a:bodyPr>
          <a:lstStyle/>
          <a:p>
            <a:r>
              <a:rPr lang="en-GB" sz="2800" dirty="0">
                <a:solidFill>
                  <a:schemeClr val="bg1"/>
                </a:solidFill>
              </a:rPr>
              <a:t>Q14.Which cities have the highest average order value (AOV)</a:t>
            </a:r>
            <a:endParaRPr lang="en-US" sz="2800" dirty="0">
              <a:solidFill>
                <a:schemeClr val="bg1"/>
              </a:solidFill>
            </a:endParaRPr>
          </a:p>
        </p:txBody>
      </p:sp>
      <p:sp>
        <p:nvSpPr>
          <p:cNvPr id="3" name="Content Placeholder 2">
            <a:extLst>
              <a:ext uri="{FF2B5EF4-FFF2-40B4-BE49-F238E27FC236}">
                <a16:creationId xmlns:a16="http://schemas.microsoft.com/office/drawing/2014/main" id="{FC4D2F0F-C4F9-AAF1-0B88-29EF5F13E917}"/>
              </a:ext>
            </a:extLst>
          </p:cNvPr>
          <p:cNvSpPr>
            <a:spLocks noGrp="1"/>
          </p:cNvSpPr>
          <p:nvPr>
            <p:ph idx="1"/>
          </p:nvPr>
        </p:nvSpPr>
        <p:spPr>
          <a:xfrm>
            <a:off x="3186030" y="886085"/>
            <a:ext cx="6038930" cy="419733"/>
          </a:xfrm>
        </p:spPr>
        <p:txBody>
          <a:bodyPr>
            <a:normAutofit/>
          </a:bodyPr>
          <a:lstStyle/>
          <a:p>
            <a:r>
              <a:rPr lang="en-US" sz="2000" dirty="0" err="1"/>
              <a:t>Rajsahi</a:t>
            </a:r>
            <a:r>
              <a:rPr lang="en-US" sz="2000" dirty="0"/>
              <a:t> have highest average order </a:t>
            </a:r>
            <a:r>
              <a:rPr lang="en-US" sz="2000" dirty="0" err="1"/>
              <a:t>valu</a:t>
            </a:r>
            <a:r>
              <a:rPr lang="en-US" sz="2000" dirty="0"/>
              <a:t>.</a:t>
            </a:r>
          </a:p>
        </p:txBody>
      </p:sp>
      <p:pic>
        <p:nvPicPr>
          <p:cNvPr id="5" name="Picture 4">
            <a:extLst>
              <a:ext uri="{FF2B5EF4-FFF2-40B4-BE49-F238E27FC236}">
                <a16:creationId xmlns:a16="http://schemas.microsoft.com/office/drawing/2014/main" id="{75552C85-773C-BCF5-10F8-FF573A568130}"/>
              </a:ext>
            </a:extLst>
          </p:cNvPr>
          <p:cNvPicPr>
            <a:picLocks noChangeAspect="1"/>
          </p:cNvPicPr>
          <p:nvPr/>
        </p:nvPicPr>
        <p:blipFill>
          <a:blip r:embed="rId2"/>
          <a:stretch>
            <a:fillRect/>
          </a:stretch>
        </p:blipFill>
        <p:spPr>
          <a:xfrm>
            <a:off x="681038" y="717789"/>
            <a:ext cx="2338788" cy="1954634"/>
          </a:xfrm>
          <a:prstGeom prst="rect">
            <a:avLst/>
          </a:prstGeom>
        </p:spPr>
      </p:pic>
      <p:sp>
        <p:nvSpPr>
          <p:cNvPr id="6" name="TextBox 5">
            <a:extLst>
              <a:ext uri="{FF2B5EF4-FFF2-40B4-BE49-F238E27FC236}">
                <a16:creationId xmlns:a16="http://schemas.microsoft.com/office/drawing/2014/main" id="{F8552069-B182-8C35-5B10-149BC83C65A5}"/>
              </a:ext>
            </a:extLst>
          </p:cNvPr>
          <p:cNvSpPr txBox="1"/>
          <p:nvPr/>
        </p:nvSpPr>
        <p:spPr>
          <a:xfrm>
            <a:off x="681035" y="2843664"/>
            <a:ext cx="8543925" cy="646331"/>
          </a:xfrm>
          <a:prstGeom prst="rect">
            <a:avLst/>
          </a:prstGeom>
          <a:solidFill>
            <a:schemeClr val="tx2"/>
          </a:solidFill>
        </p:spPr>
        <p:txBody>
          <a:bodyPr wrap="square">
            <a:spAutoFit/>
          </a:bodyPr>
          <a:lstStyle/>
          <a:p>
            <a:r>
              <a:rPr lang="en-GB" sz="1800" dirty="0">
                <a:solidFill>
                  <a:schemeClr val="bg1"/>
                </a:solidFill>
              </a:rPr>
              <a:t>Q15.How does customer purchasing behaviour change over time since account creation?</a:t>
            </a:r>
            <a:endParaRPr lang="en-US" dirty="0"/>
          </a:p>
        </p:txBody>
      </p:sp>
      <p:pic>
        <p:nvPicPr>
          <p:cNvPr id="8" name="Picture 7">
            <a:extLst>
              <a:ext uri="{FF2B5EF4-FFF2-40B4-BE49-F238E27FC236}">
                <a16:creationId xmlns:a16="http://schemas.microsoft.com/office/drawing/2014/main" id="{9192C73F-3C8D-3C27-A354-4E7BB5F71261}"/>
              </a:ext>
            </a:extLst>
          </p:cNvPr>
          <p:cNvPicPr>
            <a:picLocks noChangeAspect="1"/>
          </p:cNvPicPr>
          <p:nvPr/>
        </p:nvPicPr>
        <p:blipFill>
          <a:blip r:embed="rId3"/>
          <a:stretch>
            <a:fillRect/>
          </a:stretch>
        </p:blipFill>
        <p:spPr>
          <a:xfrm>
            <a:off x="681035" y="3568931"/>
            <a:ext cx="5172797" cy="1114581"/>
          </a:xfrm>
          <a:prstGeom prst="rect">
            <a:avLst/>
          </a:prstGeom>
        </p:spPr>
      </p:pic>
      <p:sp>
        <p:nvSpPr>
          <p:cNvPr id="10" name="TextBox 9">
            <a:extLst>
              <a:ext uri="{FF2B5EF4-FFF2-40B4-BE49-F238E27FC236}">
                <a16:creationId xmlns:a16="http://schemas.microsoft.com/office/drawing/2014/main" id="{71DC6B98-95B6-5F15-EC9F-5C97D841AB0B}"/>
              </a:ext>
            </a:extLst>
          </p:cNvPr>
          <p:cNvSpPr txBox="1"/>
          <p:nvPr/>
        </p:nvSpPr>
        <p:spPr>
          <a:xfrm>
            <a:off x="665667" y="4790114"/>
            <a:ext cx="9108423" cy="1754326"/>
          </a:xfrm>
          <a:prstGeom prst="rect">
            <a:avLst/>
          </a:prstGeom>
          <a:noFill/>
        </p:spPr>
        <p:txBody>
          <a:bodyPr wrap="square">
            <a:spAutoFit/>
          </a:bodyPr>
          <a:lstStyle/>
          <a:p>
            <a:pPr marL="285750" indent="-285750">
              <a:buFont typeface="Arial" panose="020B0604020202020204" pitchFamily="34" charset="0"/>
              <a:buChar char="•"/>
            </a:pPr>
            <a:r>
              <a:rPr lang="en-GB" dirty="0"/>
              <a:t>Customer purchasing behaviour is highest immediately after account creation. New customers (0 years) placed 467 orders and generated 853,134 in revenue, while customers with 3 years since creation placed only 99 orders and generated 187,188. This shows a steady decline in both engagement and spending as customer tenure increases. The results suggest the need for retention and re-engagement strategies to sustain long-term customer value.</a:t>
            </a:r>
            <a:endParaRPr lang="en-US" dirty="0"/>
          </a:p>
        </p:txBody>
      </p:sp>
    </p:spTree>
    <p:extLst>
      <p:ext uri="{BB962C8B-B14F-4D97-AF65-F5344CB8AC3E}">
        <p14:creationId xmlns:p14="http://schemas.microsoft.com/office/powerpoint/2010/main" val="6999251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7B899-C2F1-4DBA-5733-B12AF02E5E4B}"/>
              </a:ext>
            </a:extLst>
          </p:cNvPr>
          <p:cNvSpPr>
            <a:spLocks noGrp="1"/>
          </p:cNvSpPr>
          <p:nvPr>
            <p:ph type="title"/>
          </p:nvPr>
        </p:nvSpPr>
        <p:spPr>
          <a:xfrm>
            <a:off x="624841" y="365127"/>
            <a:ext cx="8206740" cy="473073"/>
          </a:xfrm>
          <a:solidFill>
            <a:schemeClr val="tx2"/>
          </a:solidFill>
        </p:spPr>
        <p:txBody>
          <a:bodyPr>
            <a:normAutofit fontScale="90000"/>
          </a:bodyPr>
          <a:lstStyle/>
          <a:p>
            <a:r>
              <a:rPr lang="en-GB" sz="2800" dirty="0">
                <a:solidFill>
                  <a:schemeClr val="bg1"/>
                </a:solidFill>
              </a:rPr>
              <a:t> Q16.Which payment methods are used most frequently?</a:t>
            </a:r>
            <a:endParaRPr lang="en-US" sz="2800" dirty="0">
              <a:solidFill>
                <a:schemeClr val="bg1"/>
              </a:solidFill>
            </a:endParaRPr>
          </a:p>
        </p:txBody>
      </p:sp>
      <p:sp>
        <p:nvSpPr>
          <p:cNvPr id="3" name="Content Placeholder 2">
            <a:extLst>
              <a:ext uri="{FF2B5EF4-FFF2-40B4-BE49-F238E27FC236}">
                <a16:creationId xmlns:a16="http://schemas.microsoft.com/office/drawing/2014/main" id="{FE666CB4-3434-D8A9-1180-9B7ADA81E8B5}"/>
              </a:ext>
            </a:extLst>
          </p:cNvPr>
          <p:cNvSpPr>
            <a:spLocks noGrp="1"/>
          </p:cNvSpPr>
          <p:nvPr>
            <p:ph idx="1"/>
          </p:nvPr>
        </p:nvSpPr>
        <p:spPr>
          <a:xfrm>
            <a:off x="624841" y="3396750"/>
            <a:ext cx="8206740" cy="2251267"/>
          </a:xfrm>
        </p:spPr>
        <p:txBody>
          <a:bodyPr>
            <a:normAutofit/>
          </a:bodyPr>
          <a:lstStyle/>
          <a:p>
            <a:r>
              <a:rPr lang="en-GB" sz="2400" dirty="0"/>
              <a:t>The results show that customers strongly prefer COD and mobile wallet payments, while card-based payments remain relatively unpopular. Businesses should continue supporting COD and mobile wallets while promoting card payments through incentives and improved payment experiences.</a:t>
            </a:r>
            <a:endParaRPr lang="en-US" sz="2400" dirty="0"/>
          </a:p>
        </p:txBody>
      </p:sp>
      <p:pic>
        <p:nvPicPr>
          <p:cNvPr id="7" name="Picture 6">
            <a:extLst>
              <a:ext uri="{FF2B5EF4-FFF2-40B4-BE49-F238E27FC236}">
                <a16:creationId xmlns:a16="http://schemas.microsoft.com/office/drawing/2014/main" id="{6174A282-EBCA-898B-8F06-8793E5CDAE43}"/>
              </a:ext>
            </a:extLst>
          </p:cNvPr>
          <p:cNvPicPr>
            <a:picLocks noChangeAspect="1"/>
          </p:cNvPicPr>
          <p:nvPr/>
        </p:nvPicPr>
        <p:blipFill>
          <a:blip r:embed="rId2"/>
          <a:stretch>
            <a:fillRect/>
          </a:stretch>
        </p:blipFill>
        <p:spPr>
          <a:xfrm>
            <a:off x="624841" y="1209983"/>
            <a:ext cx="3432330" cy="1917777"/>
          </a:xfrm>
          <a:prstGeom prst="rect">
            <a:avLst/>
          </a:prstGeom>
        </p:spPr>
      </p:pic>
    </p:spTree>
    <p:extLst>
      <p:ext uri="{BB962C8B-B14F-4D97-AF65-F5344CB8AC3E}">
        <p14:creationId xmlns:p14="http://schemas.microsoft.com/office/powerpoint/2010/main" val="303599627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37239D-E55E-13CA-9358-FA5990A3447C}"/>
              </a:ext>
            </a:extLst>
          </p:cNvPr>
          <p:cNvSpPr>
            <a:spLocks noGrp="1"/>
          </p:cNvSpPr>
          <p:nvPr>
            <p:ph type="title"/>
          </p:nvPr>
        </p:nvSpPr>
        <p:spPr>
          <a:xfrm>
            <a:off x="681038" y="334390"/>
            <a:ext cx="8543924" cy="810531"/>
          </a:xfrm>
          <a:solidFill>
            <a:schemeClr val="tx2"/>
          </a:solidFill>
        </p:spPr>
        <p:txBody>
          <a:bodyPr>
            <a:normAutofit fontScale="90000"/>
          </a:bodyPr>
          <a:lstStyle/>
          <a:p>
            <a:r>
              <a:rPr lang="en-GB" sz="2800" dirty="0">
                <a:solidFill>
                  <a:schemeClr val="bg1"/>
                </a:solidFill>
              </a:rPr>
              <a:t>Q17.Is there any relationship between payment method and order status?</a:t>
            </a:r>
            <a:endParaRPr lang="en-US" sz="2800" dirty="0">
              <a:solidFill>
                <a:schemeClr val="bg1"/>
              </a:solidFill>
            </a:endParaRPr>
          </a:p>
        </p:txBody>
      </p:sp>
      <p:sp>
        <p:nvSpPr>
          <p:cNvPr id="3" name="Content Placeholder 2">
            <a:extLst>
              <a:ext uri="{FF2B5EF4-FFF2-40B4-BE49-F238E27FC236}">
                <a16:creationId xmlns:a16="http://schemas.microsoft.com/office/drawing/2014/main" id="{7101AE82-C394-9E93-E305-F416BD58E23E}"/>
              </a:ext>
            </a:extLst>
          </p:cNvPr>
          <p:cNvSpPr>
            <a:spLocks noGrp="1"/>
          </p:cNvSpPr>
          <p:nvPr>
            <p:ph idx="1"/>
          </p:nvPr>
        </p:nvSpPr>
        <p:spPr>
          <a:xfrm>
            <a:off x="681037" y="3605874"/>
            <a:ext cx="8332334" cy="2502933"/>
          </a:xfrm>
        </p:spPr>
        <p:txBody>
          <a:bodyPr>
            <a:normAutofit/>
          </a:bodyPr>
          <a:lstStyle/>
          <a:p>
            <a:r>
              <a:rPr lang="en-GB" sz="2400" dirty="0"/>
              <a:t>The analysis indicates that payment method significantly influences order outcomes. Digital and card-based payments tend to have higher completion reliability, while Cash on Delivery shows a higher cancellation and pending rate. This suggests that encouraging digital payments could improve order completion rates and reduce operational risk.</a:t>
            </a:r>
            <a:endParaRPr lang="en-US" sz="2400" dirty="0"/>
          </a:p>
        </p:txBody>
      </p:sp>
      <p:pic>
        <p:nvPicPr>
          <p:cNvPr id="7" name="Picture 6">
            <a:extLst>
              <a:ext uri="{FF2B5EF4-FFF2-40B4-BE49-F238E27FC236}">
                <a16:creationId xmlns:a16="http://schemas.microsoft.com/office/drawing/2014/main" id="{342FC16C-1DDC-2ACB-BF88-13F77E11AA0A}"/>
              </a:ext>
            </a:extLst>
          </p:cNvPr>
          <p:cNvPicPr>
            <a:picLocks noChangeAspect="1"/>
          </p:cNvPicPr>
          <p:nvPr/>
        </p:nvPicPr>
        <p:blipFill>
          <a:blip r:embed="rId2"/>
          <a:stretch>
            <a:fillRect/>
          </a:stretch>
        </p:blipFill>
        <p:spPr>
          <a:xfrm>
            <a:off x="760719" y="1321796"/>
            <a:ext cx="3067088" cy="2107203"/>
          </a:xfrm>
          <a:prstGeom prst="rect">
            <a:avLst/>
          </a:prstGeom>
        </p:spPr>
      </p:pic>
    </p:spTree>
    <p:extLst>
      <p:ext uri="{BB962C8B-B14F-4D97-AF65-F5344CB8AC3E}">
        <p14:creationId xmlns:p14="http://schemas.microsoft.com/office/powerpoint/2010/main" val="137160998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86F507-D0BF-4F3E-62A3-3ECE55EB307C}"/>
              </a:ext>
            </a:extLst>
          </p:cNvPr>
          <p:cNvSpPr>
            <a:spLocks noGrp="1"/>
          </p:cNvSpPr>
          <p:nvPr>
            <p:ph type="title"/>
          </p:nvPr>
        </p:nvSpPr>
        <p:spPr>
          <a:xfrm>
            <a:off x="560934" y="433294"/>
            <a:ext cx="8664029" cy="495485"/>
          </a:xfrm>
          <a:solidFill>
            <a:schemeClr val="tx2"/>
          </a:solidFill>
        </p:spPr>
        <p:txBody>
          <a:bodyPr>
            <a:normAutofit/>
          </a:bodyPr>
          <a:lstStyle/>
          <a:p>
            <a:r>
              <a:rPr lang="en-GB" sz="2800" dirty="0">
                <a:solidFill>
                  <a:schemeClr val="bg1"/>
                </a:solidFill>
              </a:rPr>
              <a:t>Q18.Do certain cities prefer specific payment methods?</a:t>
            </a:r>
            <a:endParaRPr lang="en-US" sz="2800" dirty="0">
              <a:solidFill>
                <a:schemeClr val="bg1"/>
              </a:solidFill>
            </a:endParaRPr>
          </a:p>
        </p:txBody>
      </p:sp>
      <p:sp>
        <p:nvSpPr>
          <p:cNvPr id="3" name="Content Placeholder 2">
            <a:extLst>
              <a:ext uri="{FF2B5EF4-FFF2-40B4-BE49-F238E27FC236}">
                <a16:creationId xmlns:a16="http://schemas.microsoft.com/office/drawing/2014/main" id="{59A707BA-F91A-B781-A740-79DC43EAF738}"/>
              </a:ext>
            </a:extLst>
          </p:cNvPr>
          <p:cNvSpPr>
            <a:spLocks noGrp="1"/>
          </p:cNvSpPr>
          <p:nvPr>
            <p:ph idx="1"/>
          </p:nvPr>
        </p:nvSpPr>
        <p:spPr>
          <a:xfrm>
            <a:off x="560934" y="3772861"/>
            <a:ext cx="8664029" cy="2404102"/>
          </a:xfrm>
        </p:spPr>
        <p:txBody>
          <a:bodyPr>
            <a:normAutofit/>
          </a:bodyPr>
          <a:lstStyle/>
          <a:p>
            <a:r>
              <a:rPr lang="en-GB" sz="2400" dirty="0"/>
              <a:t>The results confirm that payment preferences vary by city. While COD dominates in every city, mobile wallet payments such as bKash and </a:t>
            </a:r>
            <a:r>
              <a:rPr lang="en-GB" sz="2400" dirty="0" err="1"/>
              <a:t>Nagad</a:t>
            </a:r>
            <a:r>
              <a:rPr lang="en-GB" sz="2400" dirty="0"/>
              <a:t> show strong regional adoption. Card-based payments remain the least preferred method across all locations. This suggests that businesses should prioritize COD and mobile wallet support while selectively promoting card payments in major urban centres.</a:t>
            </a:r>
            <a:endParaRPr lang="en-US" sz="2400" dirty="0"/>
          </a:p>
        </p:txBody>
      </p:sp>
      <p:pic>
        <p:nvPicPr>
          <p:cNvPr id="5" name="Picture 4">
            <a:extLst>
              <a:ext uri="{FF2B5EF4-FFF2-40B4-BE49-F238E27FC236}">
                <a16:creationId xmlns:a16="http://schemas.microsoft.com/office/drawing/2014/main" id="{DB7F4043-A28A-A76F-1651-6505464340A0}"/>
              </a:ext>
            </a:extLst>
          </p:cNvPr>
          <p:cNvPicPr>
            <a:picLocks noChangeAspect="1"/>
          </p:cNvPicPr>
          <p:nvPr/>
        </p:nvPicPr>
        <p:blipFill>
          <a:blip r:embed="rId2"/>
          <a:stretch>
            <a:fillRect/>
          </a:stretch>
        </p:blipFill>
        <p:spPr>
          <a:xfrm>
            <a:off x="838826" y="1236182"/>
            <a:ext cx="4801270" cy="2095792"/>
          </a:xfrm>
          <a:prstGeom prst="rect">
            <a:avLst/>
          </a:prstGeom>
        </p:spPr>
      </p:pic>
    </p:spTree>
    <p:extLst>
      <p:ext uri="{BB962C8B-B14F-4D97-AF65-F5344CB8AC3E}">
        <p14:creationId xmlns:p14="http://schemas.microsoft.com/office/powerpoint/2010/main" val="19764906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1AB888-DAA2-C311-CDB2-BBE91F466B7C}"/>
              </a:ext>
            </a:extLst>
          </p:cNvPr>
          <p:cNvSpPr>
            <a:spLocks noGrp="1"/>
          </p:cNvSpPr>
          <p:nvPr>
            <p:ph type="title"/>
          </p:nvPr>
        </p:nvSpPr>
        <p:spPr>
          <a:xfrm>
            <a:off x="681039" y="365127"/>
            <a:ext cx="8455278" cy="910423"/>
          </a:xfrm>
          <a:solidFill>
            <a:schemeClr val="tx2"/>
          </a:solidFill>
        </p:spPr>
        <p:txBody>
          <a:bodyPr>
            <a:normAutofit/>
          </a:bodyPr>
          <a:lstStyle/>
          <a:p>
            <a:r>
              <a:rPr lang="en-GB" sz="2800" dirty="0">
                <a:solidFill>
                  <a:schemeClr val="bg1"/>
                </a:solidFill>
              </a:rPr>
              <a:t>Q19.Are higher-value orders associated with specific payment methods?</a:t>
            </a:r>
            <a:endParaRPr lang="en-US" sz="2800" dirty="0">
              <a:solidFill>
                <a:schemeClr val="bg1"/>
              </a:solidFill>
            </a:endParaRPr>
          </a:p>
        </p:txBody>
      </p:sp>
      <p:sp>
        <p:nvSpPr>
          <p:cNvPr id="3" name="Content Placeholder 2">
            <a:extLst>
              <a:ext uri="{FF2B5EF4-FFF2-40B4-BE49-F238E27FC236}">
                <a16:creationId xmlns:a16="http://schemas.microsoft.com/office/drawing/2014/main" id="{C04DC32A-AEA7-00A3-6CBB-BFB5DA96DD34}"/>
              </a:ext>
            </a:extLst>
          </p:cNvPr>
          <p:cNvSpPr>
            <a:spLocks noGrp="1"/>
          </p:cNvSpPr>
          <p:nvPr>
            <p:ph idx="1"/>
          </p:nvPr>
        </p:nvSpPr>
        <p:spPr>
          <a:xfrm>
            <a:off x="588831" y="3608289"/>
            <a:ext cx="8376378" cy="2684570"/>
          </a:xfrm>
        </p:spPr>
        <p:txBody>
          <a:bodyPr>
            <a:normAutofit/>
          </a:bodyPr>
          <a:lstStyle/>
          <a:p>
            <a:r>
              <a:rPr lang="en-GB" sz="2400" dirty="0"/>
              <a:t>Higher-value orders are more strongly associated with digital wallet (</a:t>
            </a:r>
            <a:r>
              <a:rPr lang="en-GB" sz="2400" dirty="0" err="1"/>
              <a:t>Nagad</a:t>
            </a:r>
            <a:r>
              <a:rPr lang="en-GB" sz="2400" dirty="0"/>
              <a:t>) and credit card payments. This suggests that customers who use these payment methods are generally higher-spending customers. Encouraging the use of these payment options may help increase overall transaction value.</a:t>
            </a:r>
            <a:endParaRPr lang="en-US" sz="2400" dirty="0"/>
          </a:p>
        </p:txBody>
      </p:sp>
      <p:pic>
        <p:nvPicPr>
          <p:cNvPr id="7" name="Picture 6">
            <a:extLst>
              <a:ext uri="{FF2B5EF4-FFF2-40B4-BE49-F238E27FC236}">
                <a16:creationId xmlns:a16="http://schemas.microsoft.com/office/drawing/2014/main" id="{AF5BFC59-3D38-7F98-EEFD-F8115CEE2275}"/>
              </a:ext>
            </a:extLst>
          </p:cNvPr>
          <p:cNvPicPr>
            <a:picLocks noChangeAspect="1"/>
          </p:cNvPicPr>
          <p:nvPr/>
        </p:nvPicPr>
        <p:blipFill>
          <a:blip r:embed="rId2"/>
          <a:stretch>
            <a:fillRect/>
          </a:stretch>
        </p:blipFill>
        <p:spPr>
          <a:xfrm>
            <a:off x="681039" y="1535747"/>
            <a:ext cx="3370048" cy="2003812"/>
          </a:xfrm>
          <a:prstGeom prst="rect">
            <a:avLst/>
          </a:prstGeom>
        </p:spPr>
      </p:pic>
    </p:spTree>
    <p:extLst>
      <p:ext uri="{BB962C8B-B14F-4D97-AF65-F5344CB8AC3E}">
        <p14:creationId xmlns:p14="http://schemas.microsoft.com/office/powerpoint/2010/main" val="1862228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F386E-28FA-5AEB-2B31-F1248CD8A7FE}"/>
              </a:ext>
            </a:extLst>
          </p:cNvPr>
          <p:cNvSpPr>
            <a:spLocks noGrp="1"/>
          </p:cNvSpPr>
          <p:nvPr>
            <p:ph type="title"/>
          </p:nvPr>
        </p:nvSpPr>
        <p:spPr>
          <a:xfrm>
            <a:off x="681038" y="365127"/>
            <a:ext cx="8543925" cy="918107"/>
          </a:xfrm>
          <a:solidFill>
            <a:schemeClr val="tx2"/>
          </a:solidFill>
        </p:spPr>
        <p:txBody>
          <a:bodyPr>
            <a:normAutofit/>
          </a:bodyPr>
          <a:lstStyle/>
          <a:p>
            <a:r>
              <a:rPr lang="en-GB" sz="2800" dirty="0">
                <a:solidFill>
                  <a:schemeClr val="bg1"/>
                </a:solidFill>
              </a:rPr>
              <a:t>Q20.What is the average number of items per order by payment method?</a:t>
            </a:r>
            <a:endParaRPr lang="en-US" sz="2800" dirty="0">
              <a:solidFill>
                <a:schemeClr val="bg1"/>
              </a:solidFill>
            </a:endParaRPr>
          </a:p>
        </p:txBody>
      </p:sp>
      <p:sp>
        <p:nvSpPr>
          <p:cNvPr id="3" name="Content Placeholder 2">
            <a:extLst>
              <a:ext uri="{FF2B5EF4-FFF2-40B4-BE49-F238E27FC236}">
                <a16:creationId xmlns:a16="http://schemas.microsoft.com/office/drawing/2014/main" id="{42FD576D-F807-FB99-A3CE-5A16EB7A52B6}"/>
              </a:ext>
            </a:extLst>
          </p:cNvPr>
          <p:cNvSpPr>
            <a:spLocks noGrp="1"/>
          </p:cNvSpPr>
          <p:nvPr>
            <p:ph idx="1"/>
          </p:nvPr>
        </p:nvSpPr>
        <p:spPr>
          <a:xfrm>
            <a:off x="681038" y="4091885"/>
            <a:ext cx="8048024" cy="2010986"/>
          </a:xfrm>
        </p:spPr>
        <p:txBody>
          <a:bodyPr>
            <a:normAutofit/>
          </a:bodyPr>
          <a:lstStyle/>
          <a:p>
            <a:r>
              <a:rPr lang="en-GB" sz="2400" dirty="0"/>
              <a:t>Debit Card and </a:t>
            </a:r>
            <a:r>
              <a:rPr lang="en-GB" sz="2400" dirty="0" err="1"/>
              <a:t>Nagad</a:t>
            </a:r>
            <a:r>
              <a:rPr lang="en-GB" sz="2400" dirty="0"/>
              <a:t> users tend to buy slightly more items per order, whereas bKash users place marginally smaller baskets. This insight can be used to design targeted promotions or bundle offers by payment method.</a:t>
            </a:r>
            <a:endParaRPr lang="en-US" sz="2400" dirty="0"/>
          </a:p>
        </p:txBody>
      </p:sp>
      <p:pic>
        <p:nvPicPr>
          <p:cNvPr id="5" name="Picture 4">
            <a:extLst>
              <a:ext uri="{FF2B5EF4-FFF2-40B4-BE49-F238E27FC236}">
                <a16:creationId xmlns:a16="http://schemas.microsoft.com/office/drawing/2014/main" id="{4113CDC2-2658-9C7C-8532-ED9D3003B8CF}"/>
              </a:ext>
            </a:extLst>
          </p:cNvPr>
          <p:cNvPicPr>
            <a:picLocks noChangeAspect="1"/>
          </p:cNvPicPr>
          <p:nvPr/>
        </p:nvPicPr>
        <p:blipFill>
          <a:blip r:embed="rId2"/>
          <a:stretch>
            <a:fillRect/>
          </a:stretch>
        </p:blipFill>
        <p:spPr>
          <a:xfrm>
            <a:off x="787731" y="1682067"/>
            <a:ext cx="3092706" cy="2010985"/>
          </a:xfrm>
          <a:prstGeom prst="rect">
            <a:avLst/>
          </a:prstGeom>
        </p:spPr>
      </p:pic>
    </p:spTree>
    <p:extLst>
      <p:ext uri="{BB962C8B-B14F-4D97-AF65-F5344CB8AC3E}">
        <p14:creationId xmlns:p14="http://schemas.microsoft.com/office/powerpoint/2010/main" val="14800479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11ABBC-F62A-3AB5-5047-343C81153087}"/>
              </a:ext>
            </a:extLst>
          </p:cNvPr>
          <p:cNvSpPr>
            <a:spLocks noGrp="1"/>
          </p:cNvSpPr>
          <p:nvPr>
            <p:ph type="title"/>
          </p:nvPr>
        </p:nvSpPr>
        <p:spPr>
          <a:xfrm>
            <a:off x="681038" y="365128"/>
            <a:ext cx="8601275" cy="679901"/>
          </a:xfrm>
          <a:solidFill>
            <a:schemeClr val="tx2"/>
          </a:solidFill>
        </p:spPr>
        <p:txBody>
          <a:bodyPr>
            <a:normAutofit fontScale="90000"/>
          </a:bodyPr>
          <a:lstStyle/>
          <a:p>
            <a:r>
              <a:rPr lang="en-GB" sz="2800" dirty="0">
                <a:solidFill>
                  <a:schemeClr val="bg1"/>
                </a:solidFill>
              </a:rPr>
              <a:t>Q21. Which products are most frequently ordered together?</a:t>
            </a:r>
            <a:endParaRPr lang="en-US" sz="2800" dirty="0">
              <a:solidFill>
                <a:schemeClr val="bg1"/>
              </a:solidFill>
            </a:endParaRPr>
          </a:p>
        </p:txBody>
      </p:sp>
      <p:sp>
        <p:nvSpPr>
          <p:cNvPr id="3" name="Content Placeholder 2">
            <a:extLst>
              <a:ext uri="{FF2B5EF4-FFF2-40B4-BE49-F238E27FC236}">
                <a16:creationId xmlns:a16="http://schemas.microsoft.com/office/drawing/2014/main" id="{E88005F9-6943-4C57-54AA-005B8C3382A7}"/>
              </a:ext>
            </a:extLst>
          </p:cNvPr>
          <p:cNvSpPr>
            <a:spLocks noGrp="1"/>
          </p:cNvSpPr>
          <p:nvPr>
            <p:ph idx="1"/>
          </p:nvPr>
        </p:nvSpPr>
        <p:spPr>
          <a:xfrm>
            <a:off x="681038" y="4268737"/>
            <a:ext cx="8409173" cy="1544491"/>
          </a:xfrm>
        </p:spPr>
        <p:txBody>
          <a:bodyPr>
            <a:normAutofit/>
          </a:bodyPr>
          <a:lstStyle/>
          <a:p>
            <a:r>
              <a:rPr lang="en-GB" sz="2400" dirty="0"/>
              <a:t>The analysis shows strong product pairing behaviour, especially among grocery and snacks, creating valuable opportunities for bundling, cross-selling, and personalized promotions.</a:t>
            </a:r>
            <a:endParaRPr lang="en-US" sz="2400" dirty="0"/>
          </a:p>
        </p:txBody>
      </p:sp>
      <p:pic>
        <p:nvPicPr>
          <p:cNvPr id="5" name="Picture 4">
            <a:extLst>
              <a:ext uri="{FF2B5EF4-FFF2-40B4-BE49-F238E27FC236}">
                <a16:creationId xmlns:a16="http://schemas.microsoft.com/office/drawing/2014/main" id="{3776AC87-3040-DBFC-C166-B9E5AEABDA55}"/>
              </a:ext>
            </a:extLst>
          </p:cNvPr>
          <p:cNvPicPr>
            <a:picLocks noChangeAspect="1"/>
          </p:cNvPicPr>
          <p:nvPr/>
        </p:nvPicPr>
        <p:blipFill>
          <a:blip r:embed="rId2"/>
          <a:stretch>
            <a:fillRect/>
          </a:stretch>
        </p:blipFill>
        <p:spPr>
          <a:xfrm>
            <a:off x="742510" y="1678666"/>
            <a:ext cx="3806438" cy="2100381"/>
          </a:xfrm>
          <a:prstGeom prst="rect">
            <a:avLst/>
          </a:prstGeom>
        </p:spPr>
      </p:pic>
    </p:spTree>
    <p:extLst>
      <p:ext uri="{BB962C8B-B14F-4D97-AF65-F5344CB8AC3E}">
        <p14:creationId xmlns:p14="http://schemas.microsoft.com/office/powerpoint/2010/main" val="23357693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52840-A869-0B3D-7324-EDE17C9AE802}"/>
              </a:ext>
            </a:extLst>
          </p:cNvPr>
          <p:cNvSpPr>
            <a:spLocks noGrp="1"/>
          </p:cNvSpPr>
          <p:nvPr>
            <p:ph type="title"/>
          </p:nvPr>
        </p:nvSpPr>
        <p:spPr>
          <a:xfrm>
            <a:off x="681038" y="357443"/>
            <a:ext cx="8543925" cy="641481"/>
          </a:xfrm>
          <a:solidFill>
            <a:schemeClr val="tx2"/>
          </a:solidFill>
        </p:spPr>
        <p:txBody>
          <a:bodyPr>
            <a:normAutofit fontScale="90000"/>
          </a:bodyPr>
          <a:lstStyle/>
          <a:p>
            <a:r>
              <a:rPr lang="en-GB" sz="2800" dirty="0">
                <a:solidFill>
                  <a:schemeClr val="bg1"/>
                </a:solidFill>
              </a:rPr>
              <a:t>Q22. Which product pairs appear most often across all orders?</a:t>
            </a:r>
            <a:endParaRPr lang="en-US" sz="2800" dirty="0">
              <a:solidFill>
                <a:schemeClr val="bg1"/>
              </a:solidFill>
            </a:endParaRPr>
          </a:p>
        </p:txBody>
      </p:sp>
      <p:sp>
        <p:nvSpPr>
          <p:cNvPr id="3" name="Content Placeholder 2">
            <a:extLst>
              <a:ext uri="{FF2B5EF4-FFF2-40B4-BE49-F238E27FC236}">
                <a16:creationId xmlns:a16="http://schemas.microsoft.com/office/drawing/2014/main" id="{577E0F75-43C1-C41E-B3E3-0494B014A7F5}"/>
              </a:ext>
            </a:extLst>
          </p:cNvPr>
          <p:cNvSpPr>
            <a:spLocks noGrp="1"/>
          </p:cNvSpPr>
          <p:nvPr>
            <p:ph idx="1"/>
          </p:nvPr>
        </p:nvSpPr>
        <p:spPr>
          <a:xfrm>
            <a:off x="681038" y="3688335"/>
            <a:ext cx="8543925" cy="1290919"/>
          </a:xfrm>
        </p:spPr>
        <p:txBody>
          <a:bodyPr>
            <a:normAutofit/>
          </a:bodyPr>
          <a:lstStyle/>
          <a:p>
            <a:r>
              <a:rPr lang="en-US" sz="2400" dirty="0"/>
              <a:t>This analysis show </a:t>
            </a:r>
            <a:r>
              <a:rPr lang="en-US" sz="2400" dirty="0" err="1"/>
              <a:t>stong</a:t>
            </a:r>
            <a:r>
              <a:rPr lang="en-US" sz="2400" dirty="0"/>
              <a:t> pairs appear most often across all orders.</a:t>
            </a:r>
            <a:r>
              <a:rPr lang="en-GB" sz="2400" dirty="0"/>
              <a:t> especially among grocery and snacks items were ordered more together</a:t>
            </a:r>
            <a:endParaRPr lang="en-US" sz="2400" dirty="0"/>
          </a:p>
        </p:txBody>
      </p:sp>
      <p:pic>
        <p:nvPicPr>
          <p:cNvPr id="6" name="Picture 5">
            <a:extLst>
              <a:ext uri="{FF2B5EF4-FFF2-40B4-BE49-F238E27FC236}">
                <a16:creationId xmlns:a16="http://schemas.microsoft.com/office/drawing/2014/main" id="{3944939D-6546-A4C2-DBE4-F0BE704C684C}"/>
              </a:ext>
            </a:extLst>
          </p:cNvPr>
          <p:cNvPicPr>
            <a:picLocks noChangeAspect="1"/>
          </p:cNvPicPr>
          <p:nvPr/>
        </p:nvPicPr>
        <p:blipFill>
          <a:blip r:embed="rId2"/>
          <a:stretch>
            <a:fillRect/>
          </a:stretch>
        </p:blipFill>
        <p:spPr>
          <a:xfrm>
            <a:off x="681039" y="1266920"/>
            <a:ext cx="4044642" cy="1885160"/>
          </a:xfrm>
          <a:prstGeom prst="rect">
            <a:avLst/>
          </a:prstGeom>
        </p:spPr>
      </p:pic>
    </p:spTree>
    <p:extLst>
      <p:ext uri="{BB962C8B-B14F-4D97-AF65-F5344CB8AC3E}">
        <p14:creationId xmlns:p14="http://schemas.microsoft.com/office/powerpoint/2010/main" val="32476818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7A56CA-AE9E-031F-D5DC-AB829943FD29}"/>
              </a:ext>
            </a:extLst>
          </p:cNvPr>
          <p:cNvSpPr>
            <a:spLocks noGrp="1"/>
          </p:cNvSpPr>
          <p:nvPr>
            <p:ph type="title"/>
          </p:nvPr>
        </p:nvSpPr>
        <p:spPr>
          <a:xfrm>
            <a:off x="681038" y="365128"/>
            <a:ext cx="8543925" cy="764426"/>
          </a:xfrm>
          <a:solidFill>
            <a:schemeClr val="tx2"/>
          </a:solidFill>
        </p:spPr>
        <p:txBody>
          <a:bodyPr>
            <a:normAutofit fontScale="90000"/>
          </a:bodyPr>
          <a:lstStyle/>
          <a:p>
            <a:r>
              <a:rPr lang="en-GB" sz="2800" dirty="0">
                <a:solidFill>
                  <a:schemeClr val="bg1"/>
                </a:solidFill>
              </a:rPr>
              <a:t>Q23. Are there product pairs that consistently drive higher order values?</a:t>
            </a:r>
            <a:endParaRPr lang="en-US" sz="2800" dirty="0">
              <a:solidFill>
                <a:schemeClr val="bg1"/>
              </a:solidFill>
            </a:endParaRPr>
          </a:p>
        </p:txBody>
      </p:sp>
      <p:sp>
        <p:nvSpPr>
          <p:cNvPr id="3" name="Content Placeholder 2">
            <a:extLst>
              <a:ext uri="{FF2B5EF4-FFF2-40B4-BE49-F238E27FC236}">
                <a16:creationId xmlns:a16="http://schemas.microsoft.com/office/drawing/2014/main" id="{F1A4F892-CEE0-9235-D790-D116D9925D60}"/>
              </a:ext>
            </a:extLst>
          </p:cNvPr>
          <p:cNvSpPr>
            <a:spLocks noGrp="1"/>
          </p:cNvSpPr>
          <p:nvPr>
            <p:ph idx="1"/>
          </p:nvPr>
        </p:nvSpPr>
        <p:spPr>
          <a:xfrm>
            <a:off x="825254" y="3957277"/>
            <a:ext cx="8157382" cy="2020901"/>
          </a:xfrm>
        </p:spPr>
        <p:txBody>
          <a:bodyPr>
            <a:normAutofit lnSpcReduction="10000"/>
          </a:bodyPr>
          <a:lstStyle/>
          <a:p>
            <a:r>
              <a:rPr lang="en-GB" sz="2400" dirty="0"/>
              <a:t>Certain product pairs, especially those combining electronics with grocery or apparel items, consistently drive higher order values. The highest-value pairs are dominated by “Power Bank 10000mAh” combinations, indicating strong cross-selling potential and opportunities for bundle promotions.</a:t>
            </a:r>
            <a:endParaRPr lang="en-US" sz="2400" dirty="0"/>
          </a:p>
        </p:txBody>
      </p:sp>
      <p:pic>
        <p:nvPicPr>
          <p:cNvPr id="5" name="Picture 4">
            <a:extLst>
              <a:ext uri="{FF2B5EF4-FFF2-40B4-BE49-F238E27FC236}">
                <a16:creationId xmlns:a16="http://schemas.microsoft.com/office/drawing/2014/main" id="{E1A78A33-9DB8-EB85-E96C-1C2ED0D96C7C}"/>
              </a:ext>
            </a:extLst>
          </p:cNvPr>
          <p:cNvPicPr>
            <a:picLocks noChangeAspect="1"/>
          </p:cNvPicPr>
          <p:nvPr/>
        </p:nvPicPr>
        <p:blipFill>
          <a:blip r:embed="rId2"/>
          <a:stretch>
            <a:fillRect/>
          </a:stretch>
        </p:blipFill>
        <p:spPr>
          <a:xfrm>
            <a:off x="871357" y="1356567"/>
            <a:ext cx="3914122" cy="2346779"/>
          </a:xfrm>
          <a:prstGeom prst="rect">
            <a:avLst/>
          </a:prstGeom>
        </p:spPr>
      </p:pic>
    </p:spTree>
    <p:extLst>
      <p:ext uri="{BB962C8B-B14F-4D97-AF65-F5344CB8AC3E}">
        <p14:creationId xmlns:p14="http://schemas.microsoft.com/office/powerpoint/2010/main" val="8668959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D157C61-F6DD-78A5-BFEC-0B73DA4EF5DC}"/>
              </a:ext>
            </a:extLst>
          </p:cNvPr>
          <p:cNvSpPr>
            <a:spLocks noGrp="1"/>
          </p:cNvSpPr>
          <p:nvPr>
            <p:ph idx="1"/>
          </p:nvPr>
        </p:nvSpPr>
        <p:spPr>
          <a:xfrm>
            <a:off x="261259" y="925925"/>
            <a:ext cx="9274627" cy="5328878"/>
          </a:xfrm>
        </p:spPr>
        <p:txBody>
          <a:bodyPr>
            <a:normAutofit/>
          </a:bodyPr>
          <a:lstStyle/>
          <a:p>
            <a:pPr>
              <a:buFont typeface="Wingdings" panose="05000000000000000000" pitchFamily="2" charset="2"/>
              <a:buChar char="n"/>
            </a:pPr>
            <a:r>
              <a:rPr lang="en-GB" sz="1600" dirty="0"/>
              <a:t>Q1. How many total orders has </a:t>
            </a:r>
            <a:r>
              <a:rPr lang="en-GB" sz="1600" dirty="0" err="1"/>
              <a:t>UrbanCart</a:t>
            </a:r>
            <a:r>
              <a:rPr lang="en-GB" sz="1600" dirty="0"/>
              <a:t> received so far?</a:t>
            </a:r>
          </a:p>
          <a:p>
            <a:pPr marL="0" indent="0">
              <a:buNone/>
            </a:pPr>
            <a:r>
              <a:rPr lang="en-GB" sz="1600" dirty="0"/>
              <a:t>SELECT     COUNT(</a:t>
            </a:r>
            <a:r>
              <a:rPr lang="en-GB" sz="1600" dirty="0" err="1"/>
              <a:t>order_id</a:t>
            </a:r>
            <a:r>
              <a:rPr lang="en-GB" sz="1600" dirty="0"/>
              <a:t>) AS </a:t>
            </a:r>
            <a:r>
              <a:rPr lang="en-GB" sz="1600" dirty="0" err="1"/>
              <a:t>total_ordersFROM</a:t>
            </a:r>
            <a:r>
              <a:rPr lang="en-GB" sz="1600" dirty="0"/>
              <a:t> public."</a:t>
            </a:r>
            <a:r>
              <a:rPr lang="en-GB" sz="1600" dirty="0" err="1"/>
              <a:t>FactOrders</a:t>
            </a:r>
            <a:r>
              <a:rPr lang="en-GB" sz="1600" dirty="0"/>
              <a:t> ";--</a:t>
            </a:r>
          </a:p>
          <a:p>
            <a:pPr>
              <a:buFont typeface="Wingdings" panose="05000000000000000000" pitchFamily="2" charset="2"/>
              <a:buChar char="n"/>
            </a:pPr>
            <a:r>
              <a:rPr lang="en-GB" sz="1600" dirty="0"/>
              <a:t> Q2. How many unique customers have placed at least one order?</a:t>
            </a:r>
          </a:p>
          <a:p>
            <a:pPr marL="0" indent="0">
              <a:buNone/>
            </a:pPr>
            <a:r>
              <a:rPr lang="en-GB" sz="1600" dirty="0"/>
              <a:t>SELECT     COUNT(DISTINCT </a:t>
            </a:r>
            <a:r>
              <a:rPr lang="en-GB" sz="1600" dirty="0" err="1"/>
              <a:t>customer_id</a:t>
            </a:r>
            <a:r>
              <a:rPr lang="en-GB" sz="1600" dirty="0"/>
              <a:t>) AS </a:t>
            </a:r>
            <a:r>
              <a:rPr lang="en-GB" sz="1600" dirty="0" err="1"/>
              <a:t>unique_customersFROM</a:t>
            </a:r>
            <a:r>
              <a:rPr lang="en-GB" sz="1600" dirty="0"/>
              <a:t> public."</a:t>
            </a:r>
            <a:r>
              <a:rPr lang="en-GB" sz="1600" dirty="0" err="1"/>
              <a:t>FactOrders</a:t>
            </a:r>
            <a:r>
              <a:rPr lang="en-GB" sz="1600" dirty="0"/>
              <a:t> ";-- </a:t>
            </a:r>
          </a:p>
          <a:p>
            <a:pPr>
              <a:buFont typeface="Wingdings" panose="05000000000000000000" pitchFamily="2" charset="2"/>
              <a:buChar char="n"/>
            </a:pPr>
            <a:r>
              <a:rPr lang="en-GB" sz="1600" dirty="0"/>
              <a:t>Q3. Which cities generate the highest number of orders?</a:t>
            </a:r>
          </a:p>
          <a:p>
            <a:pPr marL="0" indent="0">
              <a:buNone/>
            </a:pPr>
            <a:r>
              <a:rPr lang="en-GB" sz="1600" dirty="0"/>
              <a:t>SELECT     </a:t>
            </a:r>
            <a:r>
              <a:rPr lang="en-GB" sz="1600" dirty="0" err="1"/>
              <a:t>c.city</a:t>
            </a:r>
            <a:r>
              <a:rPr lang="en-GB" sz="1600" dirty="0"/>
              <a:t>,    COUNT(</a:t>
            </a:r>
            <a:r>
              <a:rPr lang="en-GB" sz="1600" dirty="0" err="1"/>
              <a:t>o.order_id</a:t>
            </a:r>
            <a:r>
              <a:rPr lang="en-GB" sz="1600" dirty="0"/>
              <a:t>) AS </a:t>
            </a:r>
            <a:r>
              <a:rPr lang="en-GB" sz="1600" dirty="0" err="1"/>
              <a:t>total_ordersFROM</a:t>
            </a:r>
            <a:r>
              <a:rPr lang="en-GB" sz="1600" dirty="0"/>
              <a:t> public."</a:t>
            </a:r>
            <a:r>
              <a:rPr lang="en-GB" sz="1600" dirty="0" err="1"/>
              <a:t>FactOrders</a:t>
            </a:r>
            <a:r>
              <a:rPr lang="en-GB" sz="1600" dirty="0"/>
              <a:t> " </a:t>
            </a:r>
            <a:r>
              <a:rPr lang="en-GB" sz="1600" dirty="0" err="1"/>
              <a:t>oJOIN</a:t>
            </a:r>
            <a:r>
              <a:rPr lang="en-GB" sz="1600" dirty="0"/>
              <a:t> public."</a:t>
            </a:r>
            <a:r>
              <a:rPr lang="en-GB" sz="1600" dirty="0" err="1"/>
              <a:t>DimCustomers</a:t>
            </a:r>
            <a:r>
              <a:rPr lang="en-GB" sz="1600" dirty="0"/>
              <a:t>" c    ON </a:t>
            </a:r>
            <a:r>
              <a:rPr lang="en-GB" sz="1600" dirty="0" err="1"/>
              <a:t>o.customer_id</a:t>
            </a:r>
            <a:r>
              <a:rPr lang="en-GB" sz="1600" dirty="0"/>
              <a:t> = </a:t>
            </a:r>
            <a:r>
              <a:rPr lang="en-GB" sz="1600" dirty="0" err="1"/>
              <a:t>c.customer_idGROUP</a:t>
            </a:r>
            <a:r>
              <a:rPr lang="en-GB" sz="1600" dirty="0"/>
              <a:t> BY </a:t>
            </a:r>
            <a:r>
              <a:rPr lang="en-GB" sz="1600" dirty="0" err="1"/>
              <a:t>c.cityORDER</a:t>
            </a:r>
            <a:r>
              <a:rPr lang="en-GB" sz="1600" dirty="0"/>
              <a:t> BY </a:t>
            </a:r>
            <a:r>
              <a:rPr lang="en-GB" sz="1600" dirty="0" err="1"/>
              <a:t>total_orders</a:t>
            </a:r>
            <a:r>
              <a:rPr lang="en-GB" sz="1600" dirty="0"/>
              <a:t> DESC;-- </a:t>
            </a:r>
          </a:p>
          <a:p>
            <a:pPr>
              <a:buFont typeface="Wingdings" panose="05000000000000000000" pitchFamily="2" charset="2"/>
              <a:buChar char="n"/>
            </a:pPr>
            <a:r>
              <a:rPr lang="en-GB" sz="1600" dirty="0"/>
              <a:t>Q4. What percentage of customers have placed more than one order?</a:t>
            </a:r>
          </a:p>
          <a:p>
            <a:pPr marL="0" indent="0">
              <a:buNone/>
            </a:pPr>
            <a:r>
              <a:rPr lang="en-GB" sz="1600" dirty="0"/>
              <a:t>WITH </a:t>
            </a:r>
            <a:r>
              <a:rPr lang="en-GB" sz="1600" dirty="0" err="1"/>
              <a:t>customer_orders</a:t>
            </a:r>
            <a:r>
              <a:rPr lang="en-GB" sz="1600" dirty="0"/>
              <a:t> AS (    SELECT         </a:t>
            </a:r>
            <a:r>
              <a:rPr lang="en-GB" sz="1600" dirty="0" err="1"/>
              <a:t>customer_id</a:t>
            </a:r>
            <a:r>
              <a:rPr lang="en-GB" sz="1600" dirty="0"/>
              <a:t>,        COUNT(</a:t>
            </a:r>
            <a:r>
              <a:rPr lang="en-GB" sz="1600" dirty="0" err="1"/>
              <a:t>order_id</a:t>
            </a:r>
            <a:r>
              <a:rPr lang="en-GB" sz="1600" dirty="0"/>
              <a:t>) AS </a:t>
            </a:r>
            <a:r>
              <a:rPr lang="en-GB" sz="1600" dirty="0" err="1"/>
              <a:t>order_count</a:t>
            </a:r>
            <a:r>
              <a:rPr lang="en-GB" sz="1600" dirty="0"/>
              <a:t>    FROM public."</a:t>
            </a:r>
            <a:r>
              <a:rPr lang="en-GB" sz="1600" dirty="0" err="1"/>
              <a:t>FactOrders</a:t>
            </a:r>
            <a:r>
              <a:rPr lang="en-GB" sz="1600" dirty="0"/>
              <a:t> "    GROUP BY </a:t>
            </a:r>
            <a:r>
              <a:rPr lang="en-GB" sz="1600" dirty="0" err="1"/>
              <a:t>customer_id</a:t>
            </a:r>
            <a:r>
              <a:rPr lang="en-GB" sz="1600" dirty="0"/>
              <a:t>),</a:t>
            </a:r>
            <a:r>
              <a:rPr lang="en-GB" sz="1600" dirty="0" err="1"/>
              <a:t>repeat_customers</a:t>
            </a:r>
            <a:r>
              <a:rPr lang="en-GB" sz="1600" dirty="0"/>
              <a:t> AS (    SELECT         COUNT(*) AS </a:t>
            </a:r>
            <a:r>
              <a:rPr lang="en-GB" sz="1600" dirty="0" err="1"/>
              <a:t>repeat_count</a:t>
            </a:r>
            <a:r>
              <a:rPr lang="en-GB" sz="1600" dirty="0"/>
              <a:t>    FROM </a:t>
            </a:r>
            <a:r>
              <a:rPr lang="en-GB" sz="1600" dirty="0" err="1"/>
              <a:t>customer_orders</a:t>
            </a:r>
            <a:r>
              <a:rPr lang="en-GB" sz="1600" dirty="0"/>
              <a:t>    WHERE </a:t>
            </a:r>
            <a:r>
              <a:rPr lang="en-GB" sz="1600" dirty="0" err="1"/>
              <a:t>order_count</a:t>
            </a:r>
            <a:r>
              <a:rPr lang="en-GB" sz="1600" dirty="0"/>
              <a:t> &gt; 1),</a:t>
            </a:r>
            <a:r>
              <a:rPr lang="en-GB" sz="1600" dirty="0" err="1"/>
              <a:t>total_customers</a:t>
            </a:r>
            <a:r>
              <a:rPr lang="en-GB" sz="1600" dirty="0"/>
              <a:t> AS (    SELECT         COUNT(DISTINCT </a:t>
            </a:r>
            <a:r>
              <a:rPr lang="en-GB" sz="1600" dirty="0" err="1"/>
              <a:t>customer_id</a:t>
            </a:r>
            <a:r>
              <a:rPr lang="en-GB" sz="1600" dirty="0"/>
              <a:t>) AS </a:t>
            </a:r>
            <a:r>
              <a:rPr lang="en-GB" sz="1600" dirty="0" err="1"/>
              <a:t>total_count</a:t>
            </a:r>
            <a:r>
              <a:rPr lang="en-GB" sz="1600" dirty="0"/>
              <a:t>    FROM public."</a:t>
            </a:r>
            <a:r>
              <a:rPr lang="en-GB" sz="1600" dirty="0" err="1"/>
              <a:t>FactOrders</a:t>
            </a:r>
            <a:r>
              <a:rPr lang="en-GB" sz="1600" dirty="0"/>
              <a:t> ")SELECT     ROUND(        (</a:t>
            </a:r>
            <a:r>
              <a:rPr lang="en-GB" sz="1600" dirty="0" err="1"/>
              <a:t>repeat_customers.repeat_count</a:t>
            </a:r>
            <a:r>
              <a:rPr lang="en-GB" sz="1600" dirty="0"/>
              <a:t>::NUMERIC         / </a:t>
            </a:r>
            <a:r>
              <a:rPr lang="en-GB" sz="1600" dirty="0" err="1"/>
              <a:t>total_customers.total_count</a:t>
            </a:r>
            <a:r>
              <a:rPr lang="en-GB" sz="1600" dirty="0"/>
              <a:t>) * 100,         2    ) AS </a:t>
            </a:r>
            <a:r>
              <a:rPr lang="en-GB" sz="1600" dirty="0" err="1"/>
              <a:t>repeat_customer_percentageFROM</a:t>
            </a:r>
            <a:r>
              <a:rPr lang="en-GB" sz="1600" dirty="0"/>
              <a:t> </a:t>
            </a:r>
            <a:r>
              <a:rPr lang="en-GB" sz="1600" dirty="0" err="1"/>
              <a:t>repeat_customers</a:t>
            </a:r>
            <a:r>
              <a:rPr lang="en-GB" sz="1600" dirty="0"/>
              <a:t>, </a:t>
            </a:r>
            <a:r>
              <a:rPr lang="en-GB" sz="1600" dirty="0" err="1"/>
              <a:t>total_customers</a:t>
            </a:r>
            <a:r>
              <a:rPr lang="en-GB" sz="1600" dirty="0"/>
              <a:t>;--</a:t>
            </a:r>
          </a:p>
          <a:p>
            <a:pPr>
              <a:buFont typeface="Wingdings" panose="05000000000000000000" pitchFamily="2" charset="2"/>
              <a:buChar char="n"/>
            </a:pPr>
            <a:r>
              <a:rPr lang="en-GB" sz="1600" dirty="0"/>
              <a:t> Q5. What is the monthly trend of total orders over time?  </a:t>
            </a:r>
          </a:p>
          <a:p>
            <a:pPr marL="0" indent="0">
              <a:buNone/>
            </a:pPr>
            <a:r>
              <a:rPr lang="en-GB" sz="1600" dirty="0"/>
              <a:t>SELECT     DATE_TRUNC('month', </a:t>
            </a:r>
            <a:r>
              <a:rPr lang="en-GB" sz="1600" dirty="0" err="1"/>
              <a:t>order_date</a:t>
            </a:r>
            <a:r>
              <a:rPr lang="en-GB" sz="1600" dirty="0"/>
              <a:t>) AS </a:t>
            </a:r>
            <a:r>
              <a:rPr lang="en-GB" sz="1600" dirty="0" err="1"/>
              <a:t>order_month</a:t>
            </a:r>
            <a:r>
              <a:rPr lang="en-GB" sz="1600" dirty="0"/>
              <a:t>,    COUNT(</a:t>
            </a:r>
            <a:r>
              <a:rPr lang="en-GB" sz="1600" dirty="0" err="1"/>
              <a:t>order_id</a:t>
            </a:r>
            <a:r>
              <a:rPr lang="en-GB" sz="1600" dirty="0"/>
              <a:t>) AS </a:t>
            </a:r>
            <a:r>
              <a:rPr lang="en-GB" sz="1600" dirty="0" err="1"/>
              <a:t>total_ordersFROM</a:t>
            </a:r>
            <a:r>
              <a:rPr lang="en-GB" sz="1600" dirty="0"/>
              <a:t> public."</a:t>
            </a:r>
            <a:r>
              <a:rPr lang="en-GB" sz="1600" dirty="0" err="1"/>
              <a:t>FactOrders</a:t>
            </a:r>
            <a:r>
              <a:rPr lang="en-GB" sz="1600" dirty="0"/>
              <a:t> "GROUP BY </a:t>
            </a:r>
            <a:r>
              <a:rPr lang="en-GB" sz="1600" dirty="0" err="1"/>
              <a:t>order_monthORDER</a:t>
            </a:r>
            <a:r>
              <a:rPr lang="en-GB" sz="1600" dirty="0"/>
              <a:t> BY </a:t>
            </a:r>
            <a:r>
              <a:rPr lang="en-GB" sz="1600" dirty="0" err="1"/>
              <a:t>order_month</a:t>
            </a:r>
            <a:r>
              <a:rPr lang="en-GB" sz="1600" dirty="0"/>
              <a:t>;</a:t>
            </a:r>
            <a:endParaRPr lang="en-US" sz="1600" dirty="0"/>
          </a:p>
        </p:txBody>
      </p:sp>
      <p:sp>
        <p:nvSpPr>
          <p:cNvPr id="4" name="TextBox 3">
            <a:extLst>
              <a:ext uri="{FF2B5EF4-FFF2-40B4-BE49-F238E27FC236}">
                <a16:creationId xmlns:a16="http://schemas.microsoft.com/office/drawing/2014/main" id="{A5BDA815-3DAD-666F-9D18-5E638A01E4B8}"/>
              </a:ext>
            </a:extLst>
          </p:cNvPr>
          <p:cNvSpPr txBox="1"/>
          <p:nvPr/>
        </p:nvSpPr>
        <p:spPr>
          <a:xfrm>
            <a:off x="261259" y="418531"/>
            <a:ext cx="1452281" cy="369332"/>
          </a:xfrm>
          <a:prstGeom prst="rect">
            <a:avLst/>
          </a:prstGeom>
          <a:solidFill>
            <a:schemeClr val="tx2"/>
          </a:solidFill>
        </p:spPr>
        <p:txBody>
          <a:bodyPr wrap="square" rtlCol="0">
            <a:spAutoFit/>
          </a:bodyPr>
          <a:lstStyle/>
          <a:p>
            <a:r>
              <a:rPr lang="en-US" b="0" i="0" dirty="0">
                <a:solidFill>
                  <a:schemeClr val="bg1"/>
                </a:solidFill>
                <a:effectLst/>
                <a:latin typeface="Roboto" panose="020F0502020204030204" pitchFamily="2" charset="0"/>
              </a:rPr>
              <a:t>SQL queries</a:t>
            </a:r>
          </a:p>
        </p:txBody>
      </p:sp>
    </p:spTree>
    <p:extLst>
      <p:ext uri="{BB962C8B-B14F-4D97-AF65-F5344CB8AC3E}">
        <p14:creationId xmlns:p14="http://schemas.microsoft.com/office/powerpoint/2010/main" val="30778502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B17711-FB39-B82D-AFE5-404009033E73}"/>
              </a:ext>
            </a:extLst>
          </p:cNvPr>
          <p:cNvSpPr>
            <a:spLocks noGrp="1"/>
          </p:cNvSpPr>
          <p:nvPr>
            <p:ph idx="1"/>
          </p:nvPr>
        </p:nvSpPr>
        <p:spPr>
          <a:xfrm>
            <a:off x="345782" y="660827"/>
            <a:ext cx="9274628" cy="5932074"/>
          </a:xfrm>
        </p:spPr>
        <p:txBody>
          <a:bodyPr>
            <a:normAutofit fontScale="92500" lnSpcReduction="20000"/>
          </a:bodyPr>
          <a:lstStyle/>
          <a:p>
            <a:pPr>
              <a:buFont typeface="Wingdings" panose="05000000000000000000" pitchFamily="2" charset="2"/>
              <a:buChar char="n"/>
            </a:pPr>
            <a:r>
              <a:rPr lang="en-GB" sz="1800" dirty="0"/>
              <a:t>Q6.What is the total revenue generated by </a:t>
            </a:r>
            <a:r>
              <a:rPr lang="en-GB" sz="1800" dirty="0" err="1"/>
              <a:t>UrbanCart</a:t>
            </a:r>
            <a:r>
              <a:rPr lang="en-GB" sz="1800" dirty="0"/>
              <a:t>?</a:t>
            </a:r>
          </a:p>
          <a:p>
            <a:pPr marL="0" indent="0">
              <a:buNone/>
            </a:pPr>
            <a:r>
              <a:rPr lang="en-GB" sz="1800" dirty="0"/>
              <a:t>SELECT     SUM(</a:t>
            </a:r>
            <a:r>
              <a:rPr lang="en-GB" sz="1800" dirty="0" err="1"/>
              <a:t>oi.quantity</a:t>
            </a:r>
            <a:r>
              <a:rPr lang="en-GB" sz="1800" dirty="0"/>
              <a:t> * </a:t>
            </a:r>
            <a:r>
              <a:rPr lang="en-GB" sz="1800" dirty="0" err="1"/>
              <a:t>p.unit_price</a:t>
            </a:r>
            <a:r>
              <a:rPr lang="en-GB" sz="1800" dirty="0"/>
              <a:t>) AS </a:t>
            </a:r>
            <a:r>
              <a:rPr lang="en-GB" sz="1800" dirty="0" err="1"/>
              <a:t>total_revenueFROM</a:t>
            </a:r>
            <a:r>
              <a:rPr lang="en-GB" sz="1800" dirty="0"/>
              <a:t> public."</a:t>
            </a:r>
            <a:r>
              <a:rPr lang="en-GB" sz="1800" dirty="0" err="1"/>
              <a:t>FactOrderitems</a:t>
            </a:r>
            <a:r>
              <a:rPr lang="en-GB" sz="1800" dirty="0"/>
              <a:t>" </a:t>
            </a:r>
            <a:r>
              <a:rPr lang="en-GB" sz="1800" dirty="0" err="1"/>
              <a:t>oiJOIN</a:t>
            </a:r>
            <a:r>
              <a:rPr lang="en-GB" sz="1800" dirty="0"/>
              <a:t> public."</a:t>
            </a:r>
            <a:r>
              <a:rPr lang="en-GB" sz="1800" dirty="0" err="1"/>
              <a:t>DimProducts</a:t>
            </a:r>
            <a:r>
              <a:rPr lang="en-GB" sz="1800" dirty="0"/>
              <a:t> " p    ON </a:t>
            </a:r>
            <a:r>
              <a:rPr lang="en-GB" sz="1800" dirty="0" err="1"/>
              <a:t>oi.product_id</a:t>
            </a:r>
            <a:r>
              <a:rPr lang="en-GB" sz="1800" dirty="0"/>
              <a:t> = </a:t>
            </a:r>
            <a:r>
              <a:rPr lang="en-GB" sz="1800" dirty="0" err="1"/>
              <a:t>p.product_id</a:t>
            </a:r>
            <a:r>
              <a:rPr lang="en-GB" sz="1800" dirty="0"/>
              <a:t>;</a:t>
            </a:r>
          </a:p>
          <a:p>
            <a:pPr>
              <a:buFont typeface="Wingdings" panose="05000000000000000000" pitchFamily="2" charset="2"/>
              <a:buChar char="n"/>
            </a:pPr>
            <a:r>
              <a:rPr lang="en-GB" sz="1800" dirty="0"/>
              <a:t>-- Q7Which product categories contribute the most to total revenue?</a:t>
            </a:r>
          </a:p>
          <a:p>
            <a:pPr marL="0" indent="0">
              <a:buNone/>
            </a:pPr>
            <a:r>
              <a:rPr lang="en-GB" sz="1800" dirty="0"/>
              <a:t>SELECT     </a:t>
            </a:r>
            <a:r>
              <a:rPr lang="en-GB" sz="1800" dirty="0" err="1"/>
              <a:t>p.category</a:t>
            </a:r>
            <a:r>
              <a:rPr lang="en-GB" sz="1800" dirty="0"/>
              <a:t>,    SUM(</a:t>
            </a:r>
            <a:r>
              <a:rPr lang="en-GB" sz="1800" dirty="0" err="1"/>
              <a:t>oi.quantity</a:t>
            </a:r>
            <a:r>
              <a:rPr lang="en-GB" sz="1800" dirty="0"/>
              <a:t> * </a:t>
            </a:r>
            <a:r>
              <a:rPr lang="en-GB" sz="1800" dirty="0" err="1"/>
              <a:t>p.unit_price</a:t>
            </a:r>
            <a:r>
              <a:rPr lang="en-GB" sz="1800" dirty="0"/>
              <a:t>) AS </a:t>
            </a:r>
            <a:r>
              <a:rPr lang="en-GB" sz="1800" dirty="0" err="1"/>
              <a:t>category_revenueFROM</a:t>
            </a:r>
            <a:r>
              <a:rPr lang="en-GB" sz="1800" dirty="0"/>
              <a:t>  public."</a:t>
            </a:r>
            <a:r>
              <a:rPr lang="en-GB" sz="1800" dirty="0" err="1"/>
              <a:t>FactOrderitems</a:t>
            </a:r>
            <a:r>
              <a:rPr lang="en-GB" sz="1800" dirty="0"/>
              <a:t>" </a:t>
            </a:r>
            <a:r>
              <a:rPr lang="en-GB" sz="1800" dirty="0" err="1"/>
              <a:t>oiJOIN</a:t>
            </a:r>
            <a:r>
              <a:rPr lang="en-GB" sz="1800" dirty="0"/>
              <a:t>  public."</a:t>
            </a:r>
            <a:r>
              <a:rPr lang="en-GB" sz="1800" dirty="0" err="1"/>
              <a:t>DimProducts</a:t>
            </a:r>
            <a:r>
              <a:rPr lang="en-GB" sz="1800" dirty="0"/>
              <a:t> " p    ON </a:t>
            </a:r>
            <a:r>
              <a:rPr lang="en-GB" sz="1800" dirty="0" err="1"/>
              <a:t>oi.product_id</a:t>
            </a:r>
            <a:r>
              <a:rPr lang="en-GB" sz="1800" dirty="0"/>
              <a:t> = </a:t>
            </a:r>
            <a:r>
              <a:rPr lang="en-GB" sz="1800" dirty="0" err="1"/>
              <a:t>p.product_idGROUP</a:t>
            </a:r>
            <a:r>
              <a:rPr lang="en-GB" sz="1800" dirty="0"/>
              <a:t> BY </a:t>
            </a:r>
            <a:r>
              <a:rPr lang="en-GB" sz="1800" dirty="0" err="1"/>
              <a:t>p.categoryORDER</a:t>
            </a:r>
            <a:r>
              <a:rPr lang="en-GB" sz="1800" dirty="0"/>
              <a:t> BY </a:t>
            </a:r>
            <a:r>
              <a:rPr lang="en-GB" sz="1800" dirty="0" err="1"/>
              <a:t>category_revenue</a:t>
            </a:r>
            <a:r>
              <a:rPr lang="en-GB" sz="1800" dirty="0"/>
              <a:t> DESC;-- </a:t>
            </a:r>
          </a:p>
          <a:p>
            <a:pPr>
              <a:buFont typeface="Wingdings" panose="05000000000000000000" pitchFamily="2" charset="2"/>
              <a:buChar char="n"/>
            </a:pPr>
            <a:r>
              <a:rPr lang="en-GB" sz="1800" dirty="0"/>
              <a:t>Q8Which individual products generate the highest revenue?</a:t>
            </a:r>
          </a:p>
          <a:p>
            <a:pPr marL="0" indent="0">
              <a:buNone/>
            </a:pPr>
            <a:r>
              <a:rPr lang="en-GB" sz="1800" dirty="0"/>
              <a:t>SELECT     </a:t>
            </a:r>
            <a:r>
              <a:rPr lang="en-GB" sz="1800" dirty="0" err="1"/>
              <a:t>p.product_id</a:t>
            </a:r>
            <a:r>
              <a:rPr lang="en-GB" sz="1800" dirty="0"/>
              <a:t>,    </a:t>
            </a:r>
            <a:r>
              <a:rPr lang="en-GB" sz="1800" dirty="0" err="1"/>
              <a:t>p.product_name</a:t>
            </a:r>
            <a:r>
              <a:rPr lang="en-GB" sz="1800" dirty="0"/>
              <a:t>,    SUM(</a:t>
            </a:r>
            <a:r>
              <a:rPr lang="en-GB" sz="1800" dirty="0" err="1"/>
              <a:t>oi.quantity</a:t>
            </a:r>
            <a:r>
              <a:rPr lang="en-GB" sz="1800" dirty="0"/>
              <a:t> * </a:t>
            </a:r>
            <a:r>
              <a:rPr lang="en-GB" sz="1800" dirty="0" err="1"/>
              <a:t>p.unit_price</a:t>
            </a:r>
            <a:r>
              <a:rPr lang="en-GB" sz="1800" dirty="0"/>
              <a:t>) AS </a:t>
            </a:r>
            <a:r>
              <a:rPr lang="en-GB" sz="1800" dirty="0" err="1"/>
              <a:t>product_revenueFROM</a:t>
            </a:r>
            <a:r>
              <a:rPr lang="en-GB" sz="1800" dirty="0"/>
              <a:t> public."</a:t>
            </a:r>
            <a:r>
              <a:rPr lang="en-GB" sz="1800" dirty="0" err="1"/>
              <a:t>FactOrderitems</a:t>
            </a:r>
            <a:r>
              <a:rPr lang="en-GB" sz="1800" dirty="0"/>
              <a:t>" </a:t>
            </a:r>
            <a:r>
              <a:rPr lang="en-GB" sz="1800" dirty="0" err="1"/>
              <a:t>oiJOIN</a:t>
            </a:r>
            <a:r>
              <a:rPr lang="en-GB" sz="1800" dirty="0"/>
              <a:t> public."</a:t>
            </a:r>
            <a:r>
              <a:rPr lang="en-GB" sz="1800" dirty="0" err="1"/>
              <a:t>DimProducts</a:t>
            </a:r>
            <a:r>
              <a:rPr lang="en-GB" sz="1800" dirty="0"/>
              <a:t> " p    ON </a:t>
            </a:r>
            <a:r>
              <a:rPr lang="en-GB" sz="1800" dirty="0" err="1"/>
              <a:t>oi.product_id</a:t>
            </a:r>
            <a:r>
              <a:rPr lang="en-GB" sz="1800" dirty="0"/>
              <a:t> = </a:t>
            </a:r>
            <a:r>
              <a:rPr lang="en-GB" sz="1800" dirty="0" err="1"/>
              <a:t>p.product_idGROUP</a:t>
            </a:r>
            <a:r>
              <a:rPr lang="en-GB" sz="1800" dirty="0"/>
              <a:t> BY </a:t>
            </a:r>
            <a:r>
              <a:rPr lang="en-GB" sz="1800" dirty="0" err="1"/>
              <a:t>p.product_id</a:t>
            </a:r>
            <a:r>
              <a:rPr lang="en-GB" sz="1800" dirty="0"/>
              <a:t>, </a:t>
            </a:r>
            <a:r>
              <a:rPr lang="en-GB" sz="1800" dirty="0" err="1"/>
              <a:t>p.product_nameORDER</a:t>
            </a:r>
            <a:r>
              <a:rPr lang="en-GB" sz="1800" dirty="0"/>
              <a:t> BY </a:t>
            </a:r>
            <a:r>
              <a:rPr lang="en-GB" sz="1800" dirty="0" err="1"/>
              <a:t>product_revenue</a:t>
            </a:r>
            <a:r>
              <a:rPr lang="en-GB" sz="1800" dirty="0"/>
              <a:t> DESC;</a:t>
            </a:r>
          </a:p>
          <a:p>
            <a:pPr>
              <a:buFont typeface="Wingdings" panose="05000000000000000000" pitchFamily="2" charset="2"/>
              <a:buChar char="n"/>
            </a:pPr>
            <a:r>
              <a:rPr lang="en-GB" sz="1800" dirty="0"/>
              <a:t>-- Q9What is the Average Order Value (AOV) and Average Basket Size?</a:t>
            </a:r>
          </a:p>
          <a:p>
            <a:pPr marL="0" indent="0">
              <a:buNone/>
            </a:pPr>
            <a:r>
              <a:rPr lang="en-GB" sz="1800" dirty="0"/>
              <a:t>WITH </a:t>
            </a:r>
            <a:r>
              <a:rPr lang="en-GB" sz="1800" dirty="0" err="1"/>
              <a:t>order_metrics</a:t>
            </a:r>
            <a:r>
              <a:rPr lang="en-GB" sz="1800" dirty="0"/>
              <a:t> AS (    SELECT         </a:t>
            </a:r>
            <a:r>
              <a:rPr lang="en-GB" sz="1800" dirty="0" err="1"/>
              <a:t>oi.order_id</a:t>
            </a:r>
            <a:r>
              <a:rPr lang="en-GB" sz="1800" dirty="0"/>
              <a:t>,        SUM(</a:t>
            </a:r>
            <a:r>
              <a:rPr lang="en-GB" sz="1800" dirty="0" err="1"/>
              <a:t>oi.quantity</a:t>
            </a:r>
            <a:r>
              <a:rPr lang="en-GB" sz="1800" dirty="0"/>
              <a:t> * </a:t>
            </a:r>
            <a:r>
              <a:rPr lang="en-GB" sz="1800" dirty="0" err="1"/>
              <a:t>p.unit_price</a:t>
            </a:r>
            <a:r>
              <a:rPr lang="en-GB" sz="1800" dirty="0"/>
              <a:t>) AS </a:t>
            </a:r>
            <a:r>
              <a:rPr lang="en-GB" sz="1800" dirty="0" err="1"/>
              <a:t>order_revenue</a:t>
            </a:r>
            <a:r>
              <a:rPr lang="en-GB" sz="1800" dirty="0"/>
              <a:t>,        SUM(</a:t>
            </a:r>
            <a:r>
              <a:rPr lang="en-GB" sz="1800" dirty="0" err="1"/>
              <a:t>oi.quantity</a:t>
            </a:r>
            <a:r>
              <a:rPr lang="en-GB" sz="1800" dirty="0"/>
              <a:t>) AS </a:t>
            </a:r>
            <a:r>
              <a:rPr lang="en-GB" sz="1800" dirty="0" err="1"/>
              <a:t>total_items</a:t>
            </a:r>
            <a:r>
              <a:rPr lang="en-GB" sz="1800" dirty="0"/>
              <a:t>    FROM public."</a:t>
            </a:r>
            <a:r>
              <a:rPr lang="en-GB" sz="1800" dirty="0" err="1"/>
              <a:t>FactOrderitems</a:t>
            </a:r>
            <a:r>
              <a:rPr lang="en-GB" sz="1800" dirty="0"/>
              <a:t>" oi    JOIN public."</a:t>
            </a:r>
            <a:r>
              <a:rPr lang="en-GB" sz="1800" dirty="0" err="1"/>
              <a:t>DimProducts</a:t>
            </a:r>
            <a:r>
              <a:rPr lang="en-GB" sz="1800" dirty="0"/>
              <a:t> " p        ON </a:t>
            </a:r>
            <a:r>
              <a:rPr lang="en-GB" sz="1800" dirty="0" err="1"/>
              <a:t>oi.product_id</a:t>
            </a:r>
            <a:r>
              <a:rPr lang="en-GB" sz="1800" dirty="0"/>
              <a:t> = </a:t>
            </a:r>
            <a:r>
              <a:rPr lang="en-GB" sz="1800" dirty="0" err="1"/>
              <a:t>p.product_id</a:t>
            </a:r>
            <a:r>
              <a:rPr lang="en-GB" sz="1800" dirty="0"/>
              <a:t>    GROUP BY </a:t>
            </a:r>
            <a:r>
              <a:rPr lang="en-GB" sz="1800" dirty="0" err="1"/>
              <a:t>oi.order_id</a:t>
            </a:r>
            <a:r>
              <a:rPr lang="en-GB" sz="1800" dirty="0"/>
              <a:t>)SELECT     ROUND(AVG(</a:t>
            </a:r>
            <a:r>
              <a:rPr lang="en-GB" sz="1800" dirty="0" err="1"/>
              <a:t>order_revenue</a:t>
            </a:r>
            <a:r>
              <a:rPr lang="en-GB" sz="1800" dirty="0"/>
              <a:t>), 2) AS </a:t>
            </a:r>
            <a:r>
              <a:rPr lang="en-GB" sz="1800" dirty="0" err="1"/>
              <a:t>average_order_value</a:t>
            </a:r>
            <a:r>
              <a:rPr lang="en-GB" sz="1800" dirty="0"/>
              <a:t>,    ROUND(AVG(</a:t>
            </a:r>
            <a:r>
              <a:rPr lang="en-GB" sz="1800" dirty="0" err="1"/>
              <a:t>total_items</a:t>
            </a:r>
            <a:r>
              <a:rPr lang="en-GB" sz="1800" dirty="0"/>
              <a:t>), 2) AS </a:t>
            </a:r>
            <a:r>
              <a:rPr lang="en-GB" sz="1800" dirty="0" err="1"/>
              <a:t>average_basket_sizeFROM</a:t>
            </a:r>
            <a:r>
              <a:rPr lang="en-GB" sz="1800" dirty="0"/>
              <a:t> </a:t>
            </a:r>
            <a:r>
              <a:rPr lang="en-GB" sz="1800" dirty="0" err="1"/>
              <a:t>order_metrics</a:t>
            </a:r>
            <a:r>
              <a:rPr lang="en-GB" sz="1800" dirty="0"/>
              <a:t>;</a:t>
            </a:r>
          </a:p>
          <a:p>
            <a:pPr>
              <a:buFont typeface="Wingdings" panose="05000000000000000000" pitchFamily="2" charset="2"/>
              <a:buChar char="n"/>
            </a:pPr>
            <a:r>
              <a:rPr lang="en-GB" sz="1800" dirty="0"/>
              <a:t>-- Q10Which products are at risk of stock-out due to high sales volume and low inventory?</a:t>
            </a:r>
          </a:p>
          <a:p>
            <a:pPr marL="0" indent="0">
              <a:buNone/>
            </a:pPr>
            <a:r>
              <a:rPr lang="en-GB" sz="1800" dirty="0"/>
              <a:t>WITH </a:t>
            </a:r>
            <a:r>
              <a:rPr lang="en-GB" sz="1800" dirty="0" err="1"/>
              <a:t>product_sales</a:t>
            </a:r>
            <a:r>
              <a:rPr lang="en-GB" sz="1800" dirty="0"/>
              <a:t> AS (    SELECT         </a:t>
            </a:r>
            <a:r>
              <a:rPr lang="en-GB" sz="1800" dirty="0" err="1"/>
              <a:t>p.product_id</a:t>
            </a:r>
            <a:r>
              <a:rPr lang="en-GB" sz="1800" dirty="0"/>
              <a:t>,        </a:t>
            </a:r>
            <a:r>
              <a:rPr lang="en-GB" sz="1800" dirty="0" err="1"/>
              <a:t>p.product_name</a:t>
            </a:r>
            <a:r>
              <a:rPr lang="en-GB" sz="1800" dirty="0"/>
              <a:t>,        SUM(</a:t>
            </a:r>
            <a:r>
              <a:rPr lang="en-GB" sz="1800" dirty="0" err="1"/>
              <a:t>oi.quantity</a:t>
            </a:r>
            <a:r>
              <a:rPr lang="en-GB" sz="1800" dirty="0"/>
              <a:t>) AS </a:t>
            </a:r>
            <a:r>
              <a:rPr lang="en-GB" sz="1800" dirty="0" err="1"/>
              <a:t>total_sold</a:t>
            </a:r>
            <a:r>
              <a:rPr lang="en-GB" sz="1800" dirty="0"/>
              <a:t>,        </a:t>
            </a:r>
            <a:r>
              <a:rPr lang="en-GB" sz="1800" dirty="0" err="1"/>
              <a:t>p.stock</a:t>
            </a:r>
            <a:r>
              <a:rPr lang="en-GB" sz="1800" dirty="0"/>
              <a:t>    FROM public."</a:t>
            </a:r>
            <a:r>
              <a:rPr lang="en-GB" sz="1800" dirty="0" err="1"/>
              <a:t>FactOrderitems</a:t>
            </a:r>
            <a:r>
              <a:rPr lang="en-GB" sz="1800" dirty="0"/>
              <a:t>" oi    JOIN public."</a:t>
            </a:r>
            <a:r>
              <a:rPr lang="en-GB" sz="1800" dirty="0" err="1"/>
              <a:t>DimProducts</a:t>
            </a:r>
            <a:r>
              <a:rPr lang="en-GB" sz="1800" dirty="0"/>
              <a:t> " p        ON </a:t>
            </a:r>
            <a:r>
              <a:rPr lang="en-GB" sz="1800" dirty="0" err="1"/>
              <a:t>oi.product_id</a:t>
            </a:r>
            <a:r>
              <a:rPr lang="en-GB" sz="1800" dirty="0"/>
              <a:t> = </a:t>
            </a:r>
            <a:r>
              <a:rPr lang="en-GB" sz="1800" dirty="0" err="1"/>
              <a:t>p.product_id</a:t>
            </a:r>
            <a:r>
              <a:rPr lang="en-GB" sz="1800" dirty="0"/>
              <a:t>    GROUP BY </a:t>
            </a:r>
            <a:r>
              <a:rPr lang="en-GB" sz="1800" dirty="0" err="1"/>
              <a:t>p.product_id</a:t>
            </a:r>
            <a:r>
              <a:rPr lang="en-GB" sz="1800" dirty="0"/>
              <a:t>, </a:t>
            </a:r>
            <a:r>
              <a:rPr lang="en-GB" sz="1800" dirty="0" err="1"/>
              <a:t>p.product_name</a:t>
            </a:r>
            <a:r>
              <a:rPr lang="en-GB" sz="1800" dirty="0"/>
              <a:t>, </a:t>
            </a:r>
            <a:r>
              <a:rPr lang="en-GB" sz="1800" dirty="0" err="1"/>
              <a:t>p.stock</a:t>
            </a:r>
            <a:r>
              <a:rPr lang="en-GB" sz="1800" dirty="0"/>
              <a:t>)SELECT     </a:t>
            </a:r>
            <a:r>
              <a:rPr lang="en-GB" sz="1800" dirty="0" err="1"/>
              <a:t>product_id</a:t>
            </a:r>
            <a:r>
              <a:rPr lang="en-GB" sz="1800" dirty="0"/>
              <a:t>,    </a:t>
            </a:r>
            <a:r>
              <a:rPr lang="en-GB" sz="1800" dirty="0" err="1"/>
              <a:t>product_name</a:t>
            </a:r>
            <a:r>
              <a:rPr lang="en-GB" sz="1800" dirty="0"/>
              <a:t>,    </a:t>
            </a:r>
            <a:r>
              <a:rPr lang="en-GB" sz="1800" dirty="0" err="1"/>
              <a:t>total_sold</a:t>
            </a:r>
            <a:r>
              <a:rPr lang="en-GB" sz="1800" dirty="0"/>
              <a:t>,    stock,    ROUND(</a:t>
            </a:r>
            <a:r>
              <a:rPr lang="en-GB" sz="1800" dirty="0" err="1"/>
              <a:t>total_sold</a:t>
            </a:r>
            <a:r>
              <a:rPr lang="en-GB" sz="1800" dirty="0"/>
              <a:t>::NUMERIC / NULLIF(stock, 0), 2) AS </a:t>
            </a:r>
            <a:r>
              <a:rPr lang="en-GB" sz="1800" dirty="0" err="1"/>
              <a:t>sales_stock_ratioFROM</a:t>
            </a:r>
            <a:r>
              <a:rPr lang="en-GB" sz="1800" dirty="0"/>
              <a:t> </a:t>
            </a:r>
            <a:r>
              <a:rPr lang="en-GB" sz="1800" dirty="0" err="1"/>
              <a:t>product_salesWHERE</a:t>
            </a:r>
            <a:r>
              <a:rPr lang="en-GB" sz="1800" dirty="0"/>
              <a:t> stock &gt; 0ORDER BY </a:t>
            </a:r>
            <a:r>
              <a:rPr lang="en-GB" sz="1800" dirty="0" err="1"/>
              <a:t>sales_stock_ratio</a:t>
            </a:r>
            <a:r>
              <a:rPr lang="en-GB" sz="1800" dirty="0"/>
              <a:t> DESC</a:t>
            </a:r>
            <a:r>
              <a:rPr lang="en-GB" sz="1200" dirty="0"/>
              <a:t>;</a:t>
            </a:r>
            <a:endParaRPr lang="en-US" sz="1200" dirty="0"/>
          </a:p>
        </p:txBody>
      </p:sp>
    </p:spTree>
    <p:extLst>
      <p:ext uri="{BB962C8B-B14F-4D97-AF65-F5344CB8AC3E}">
        <p14:creationId xmlns:p14="http://schemas.microsoft.com/office/powerpoint/2010/main" val="34497050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CBB64C-2773-1232-0429-CD7C823E6A62}"/>
              </a:ext>
            </a:extLst>
          </p:cNvPr>
          <p:cNvSpPr>
            <a:spLocks noGrp="1"/>
          </p:cNvSpPr>
          <p:nvPr>
            <p:ph idx="1"/>
          </p:nvPr>
        </p:nvSpPr>
        <p:spPr>
          <a:xfrm>
            <a:off x="184418" y="422622"/>
            <a:ext cx="9451360" cy="6177963"/>
          </a:xfrm>
        </p:spPr>
        <p:txBody>
          <a:bodyPr>
            <a:normAutofit fontScale="92500"/>
          </a:bodyPr>
          <a:lstStyle/>
          <a:p>
            <a:pPr>
              <a:buFont typeface="Wingdings" panose="05000000000000000000" pitchFamily="2" charset="2"/>
              <a:buChar char="n"/>
            </a:pPr>
            <a:r>
              <a:rPr lang="en-US" sz="1200" dirty="0"/>
              <a:t>Q11Which customers contribute the highest total revenue?</a:t>
            </a:r>
          </a:p>
          <a:p>
            <a:pPr marL="0" indent="0">
              <a:buNone/>
            </a:pPr>
            <a:r>
              <a:rPr lang="en-US" sz="1200" dirty="0"/>
              <a:t>SELECT     </a:t>
            </a:r>
            <a:r>
              <a:rPr lang="en-US" sz="1200" dirty="0" err="1"/>
              <a:t>c.customer_id</a:t>
            </a:r>
            <a:r>
              <a:rPr lang="en-US" sz="1200" dirty="0"/>
              <a:t>,    </a:t>
            </a:r>
            <a:r>
              <a:rPr lang="en-US" sz="1200" dirty="0" err="1"/>
              <a:t>c.full_name</a:t>
            </a:r>
            <a:r>
              <a:rPr lang="en-US" sz="1200" dirty="0"/>
              <a:t>,    </a:t>
            </a:r>
            <a:r>
              <a:rPr lang="en-US" sz="1200" dirty="0" err="1"/>
              <a:t>c.email</a:t>
            </a:r>
            <a:r>
              <a:rPr lang="en-US" sz="1200" dirty="0"/>
              <a:t>,    SUM(</a:t>
            </a:r>
            <a:r>
              <a:rPr lang="en-US" sz="1200" dirty="0" err="1"/>
              <a:t>oi.quantity</a:t>
            </a:r>
            <a:r>
              <a:rPr lang="en-US" sz="1200" dirty="0"/>
              <a:t> * </a:t>
            </a:r>
            <a:r>
              <a:rPr lang="en-US" sz="1200" dirty="0" err="1"/>
              <a:t>p.unit_price</a:t>
            </a:r>
            <a:r>
              <a:rPr lang="en-US" sz="1200" dirty="0"/>
              <a:t>) AS </a:t>
            </a:r>
            <a:r>
              <a:rPr lang="en-US" sz="1200" dirty="0" err="1"/>
              <a:t>total_revenueFROM</a:t>
            </a:r>
            <a:r>
              <a:rPr lang="en-US" sz="1200" dirty="0"/>
              <a:t> public."</a:t>
            </a:r>
            <a:r>
              <a:rPr lang="en-US" sz="1200" dirty="0" err="1"/>
              <a:t>FactOrders</a:t>
            </a:r>
            <a:r>
              <a:rPr lang="en-US" sz="1200" dirty="0"/>
              <a:t> " </a:t>
            </a:r>
            <a:r>
              <a:rPr lang="en-US" sz="1200" dirty="0" err="1"/>
              <a:t>oJOIN</a:t>
            </a:r>
            <a:r>
              <a:rPr lang="en-US" sz="1200" dirty="0"/>
              <a:t> public."</a:t>
            </a:r>
            <a:r>
              <a:rPr lang="en-US" sz="1200" dirty="0" err="1"/>
              <a:t>DimCustomers</a:t>
            </a:r>
            <a:r>
              <a:rPr lang="en-US" sz="1200" dirty="0"/>
              <a:t>" c    ON </a:t>
            </a:r>
            <a:r>
              <a:rPr lang="en-US" sz="1200" dirty="0" err="1"/>
              <a:t>o.customer_id</a:t>
            </a:r>
            <a:r>
              <a:rPr lang="en-US" sz="1200" dirty="0"/>
              <a:t> = </a:t>
            </a:r>
            <a:r>
              <a:rPr lang="en-US" sz="1200" dirty="0" err="1"/>
              <a:t>c.customer_idJOIN</a:t>
            </a:r>
            <a:r>
              <a:rPr lang="en-US" sz="1200" dirty="0"/>
              <a:t> public."</a:t>
            </a:r>
            <a:r>
              <a:rPr lang="en-US" sz="1200" dirty="0" err="1"/>
              <a:t>FactOrderitems</a:t>
            </a:r>
            <a:r>
              <a:rPr lang="en-US" sz="1200" dirty="0"/>
              <a:t>" oi    ON </a:t>
            </a:r>
            <a:r>
              <a:rPr lang="en-US" sz="1200" dirty="0" err="1"/>
              <a:t>o.order_id</a:t>
            </a:r>
            <a:r>
              <a:rPr lang="en-US" sz="1200" dirty="0"/>
              <a:t> = </a:t>
            </a:r>
            <a:r>
              <a:rPr lang="en-US" sz="1200" dirty="0" err="1"/>
              <a:t>oi.order_idJOIN</a:t>
            </a:r>
            <a:r>
              <a:rPr lang="en-US" sz="1200" dirty="0"/>
              <a:t> public."</a:t>
            </a:r>
            <a:r>
              <a:rPr lang="en-US" sz="1200" dirty="0" err="1"/>
              <a:t>DimProducts</a:t>
            </a:r>
            <a:r>
              <a:rPr lang="en-US" sz="1200" dirty="0"/>
              <a:t> " p    ON </a:t>
            </a:r>
            <a:r>
              <a:rPr lang="en-US" sz="1200" dirty="0" err="1"/>
              <a:t>oi.product_id</a:t>
            </a:r>
            <a:r>
              <a:rPr lang="en-US" sz="1200" dirty="0"/>
              <a:t> = </a:t>
            </a:r>
            <a:r>
              <a:rPr lang="en-US" sz="1200" dirty="0" err="1"/>
              <a:t>p.product_idGROUP</a:t>
            </a:r>
            <a:r>
              <a:rPr lang="en-US" sz="1200" dirty="0"/>
              <a:t> BY </a:t>
            </a:r>
            <a:r>
              <a:rPr lang="en-US" sz="1200" dirty="0" err="1"/>
              <a:t>c.customer_id</a:t>
            </a:r>
            <a:r>
              <a:rPr lang="en-US" sz="1200" dirty="0"/>
              <a:t>, </a:t>
            </a:r>
            <a:r>
              <a:rPr lang="en-US" sz="1200" dirty="0" err="1"/>
              <a:t>c.full_name</a:t>
            </a:r>
            <a:r>
              <a:rPr lang="en-US" sz="1200" dirty="0"/>
              <a:t>, </a:t>
            </a:r>
            <a:r>
              <a:rPr lang="en-US" sz="1200" dirty="0" err="1"/>
              <a:t>c.emailORDER</a:t>
            </a:r>
            <a:r>
              <a:rPr lang="en-US" sz="1200" dirty="0"/>
              <a:t> BY </a:t>
            </a:r>
            <a:r>
              <a:rPr lang="en-US" sz="1200" dirty="0" err="1"/>
              <a:t>total_revenue</a:t>
            </a:r>
            <a:r>
              <a:rPr lang="en-US" sz="1200" dirty="0"/>
              <a:t> DESC; </a:t>
            </a:r>
          </a:p>
          <a:p>
            <a:pPr>
              <a:buFont typeface="Wingdings" panose="05000000000000000000" pitchFamily="2" charset="2"/>
              <a:buChar char="n"/>
            </a:pPr>
            <a:r>
              <a:rPr lang="en-US" sz="1200" dirty="0"/>
              <a:t> -- Q12What is the average number of products purchased per order?</a:t>
            </a:r>
          </a:p>
          <a:p>
            <a:pPr marL="0" indent="0">
              <a:buNone/>
            </a:pPr>
            <a:r>
              <a:rPr lang="en-US" sz="1200" dirty="0"/>
              <a:t>WITH </a:t>
            </a:r>
            <a:r>
              <a:rPr lang="en-US" sz="1200" dirty="0" err="1"/>
              <a:t>order_item_counts</a:t>
            </a:r>
            <a:r>
              <a:rPr lang="en-US" sz="1200" dirty="0"/>
              <a:t> AS (    SELECT         </a:t>
            </a:r>
            <a:r>
              <a:rPr lang="en-US" sz="1200" dirty="0" err="1"/>
              <a:t>order_id</a:t>
            </a:r>
            <a:r>
              <a:rPr lang="en-US" sz="1200" dirty="0"/>
              <a:t>,        SUM(quantity) AS </a:t>
            </a:r>
            <a:r>
              <a:rPr lang="en-US" sz="1200" dirty="0" err="1"/>
              <a:t>total_items</a:t>
            </a:r>
            <a:r>
              <a:rPr lang="en-US" sz="1200" dirty="0"/>
              <a:t>    FROM public."</a:t>
            </a:r>
            <a:r>
              <a:rPr lang="en-US" sz="1200" dirty="0" err="1"/>
              <a:t>FactOrderitems</a:t>
            </a:r>
            <a:r>
              <a:rPr lang="en-US" sz="1200" dirty="0"/>
              <a:t>"    GROUP BY </a:t>
            </a:r>
            <a:r>
              <a:rPr lang="en-US" sz="1200" dirty="0" err="1"/>
              <a:t>order_id</a:t>
            </a:r>
            <a:r>
              <a:rPr lang="en-US" sz="1200" dirty="0"/>
              <a:t>)SELECT     ROUND(AVG(</a:t>
            </a:r>
            <a:r>
              <a:rPr lang="en-US" sz="1200" dirty="0" err="1"/>
              <a:t>total_items</a:t>
            </a:r>
            <a:r>
              <a:rPr lang="en-US" sz="1200" dirty="0"/>
              <a:t>)::NUMERIC, 2) AS </a:t>
            </a:r>
            <a:r>
              <a:rPr lang="en-US" sz="1200" dirty="0" err="1"/>
              <a:t>avg_products_per_orderFROM</a:t>
            </a:r>
            <a:r>
              <a:rPr lang="en-US" sz="1200" dirty="0"/>
              <a:t> </a:t>
            </a:r>
            <a:r>
              <a:rPr lang="en-US" sz="1200" dirty="0" err="1"/>
              <a:t>order_item_counts</a:t>
            </a:r>
            <a:r>
              <a:rPr lang="en-US" sz="1200" dirty="0"/>
              <a:t>;-- </a:t>
            </a:r>
            <a:r>
              <a:rPr lang="en-US" sz="1200" dirty="0" err="1"/>
              <a:t>alternativeSELECT</a:t>
            </a:r>
            <a:r>
              <a:rPr lang="en-US" sz="1200" dirty="0"/>
              <a:t>     AVG(</a:t>
            </a:r>
            <a:r>
              <a:rPr lang="en-US" sz="1200" dirty="0" err="1"/>
              <a:t>total_items</a:t>
            </a:r>
            <a:r>
              <a:rPr lang="en-US" sz="1200" dirty="0"/>
              <a:t>) AS </a:t>
            </a:r>
            <a:r>
              <a:rPr lang="en-US" sz="1200" dirty="0" err="1"/>
              <a:t>avg_products_per_orderFROM</a:t>
            </a:r>
            <a:r>
              <a:rPr lang="en-US" sz="1200" dirty="0"/>
              <a:t> (    SELECT         </a:t>
            </a:r>
            <a:r>
              <a:rPr lang="en-US" sz="1200" dirty="0" err="1"/>
              <a:t>order_id</a:t>
            </a:r>
            <a:r>
              <a:rPr lang="en-US" sz="1200" dirty="0"/>
              <a:t>,        SUM(quantity) AS </a:t>
            </a:r>
            <a:r>
              <a:rPr lang="en-US" sz="1200" dirty="0" err="1"/>
              <a:t>total_items</a:t>
            </a:r>
            <a:r>
              <a:rPr lang="en-US" sz="1200" dirty="0"/>
              <a:t>    FROM public."</a:t>
            </a:r>
            <a:r>
              <a:rPr lang="en-US" sz="1200" dirty="0" err="1"/>
              <a:t>FactOrderitems</a:t>
            </a:r>
            <a:r>
              <a:rPr lang="en-US" sz="1200" dirty="0"/>
              <a:t>"    GROUP BY </a:t>
            </a:r>
            <a:r>
              <a:rPr lang="en-US" sz="1200" dirty="0" err="1"/>
              <a:t>order_id</a:t>
            </a:r>
            <a:r>
              <a:rPr lang="en-US" sz="1200" dirty="0"/>
              <a:t>) t;</a:t>
            </a:r>
          </a:p>
          <a:p>
            <a:pPr>
              <a:buFont typeface="Wingdings" panose="05000000000000000000" pitchFamily="2" charset="2"/>
              <a:buChar char="n"/>
            </a:pPr>
            <a:r>
              <a:rPr lang="en-US" sz="1200" dirty="0"/>
              <a:t>-- Q13Do male and female customers show different purchasing patterns by category?</a:t>
            </a:r>
          </a:p>
          <a:p>
            <a:pPr marL="0" indent="0">
              <a:buNone/>
            </a:pPr>
            <a:r>
              <a:rPr lang="en-US" sz="1200" dirty="0"/>
              <a:t>-- Quantity-based purchasing pattern</a:t>
            </a:r>
          </a:p>
          <a:p>
            <a:pPr marL="0" indent="0">
              <a:buNone/>
            </a:pPr>
            <a:r>
              <a:rPr lang="en-US" sz="1200" dirty="0"/>
              <a:t>SELECT     </a:t>
            </a:r>
            <a:r>
              <a:rPr lang="en-US" sz="1200" dirty="0" err="1"/>
              <a:t>c.gender</a:t>
            </a:r>
            <a:r>
              <a:rPr lang="en-US" sz="1200" dirty="0"/>
              <a:t>,    </a:t>
            </a:r>
            <a:r>
              <a:rPr lang="en-US" sz="1200" dirty="0" err="1"/>
              <a:t>p.category</a:t>
            </a:r>
            <a:r>
              <a:rPr lang="en-US" sz="1200" dirty="0"/>
              <a:t>,    SUM(</a:t>
            </a:r>
            <a:r>
              <a:rPr lang="en-US" sz="1200" dirty="0" err="1"/>
              <a:t>oi.quantity</a:t>
            </a:r>
            <a:r>
              <a:rPr lang="en-US" sz="1200" dirty="0"/>
              <a:t>) AS </a:t>
            </a:r>
            <a:r>
              <a:rPr lang="en-US" sz="1200" dirty="0" err="1"/>
              <a:t>total_quantity_purchasedFROM</a:t>
            </a:r>
            <a:r>
              <a:rPr lang="en-US" sz="1200" dirty="0"/>
              <a:t> public."</a:t>
            </a:r>
            <a:r>
              <a:rPr lang="en-US" sz="1200" dirty="0" err="1"/>
              <a:t>FactOrders</a:t>
            </a:r>
            <a:r>
              <a:rPr lang="en-US" sz="1200" dirty="0"/>
              <a:t> " </a:t>
            </a:r>
            <a:r>
              <a:rPr lang="en-US" sz="1200" dirty="0" err="1"/>
              <a:t>oJOIN</a:t>
            </a:r>
            <a:r>
              <a:rPr lang="en-US" sz="1200" dirty="0"/>
              <a:t> public."</a:t>
            </a:r>
            <a:r>
              <a:rPr lang="en-US" sz="1200" dirty="0" err="1"/>
              <a:t>DimCustomers</a:t>
            </a:r>
            <a:r>
              <a:rPr lang="en-US" sz="1200" dirty="0"/>
              <a:t>" c    ON </a:t>
            </a:r>
            <a:r>
              <a:rPr lang="en-US" sz="1200" dirty="0" err="1"/>
              <a:t>o.customer_id</a:t>
            </a:r>
            <a:r>
              <a:rPr lang="en-US" sz="1200" dirty="0"/>
              <a:t> = </a:t>
            </a:r>
            <a:r>
              <a:rPr lang="en-US" sz="1200" dirty="0" err="1"/>
              <a:t>c.customer_idJOIN</a:t>
            </a:r>
            <a:r>
              <a:rPr lang="en-US" sz="1200" dirty="0"/>
              <a:t> public."</a:t>
            </a:r>
            <a:r>
              <a:rPr lang="en-US" sz="1200" dirty="0" err="1"/>
              <a:t>FactOrderitems</a:t>
            </a:r>
            <a:r>
              <a:rPr lang="en-US" sz="1200" dirty="0"/>
              <a:t>" oi    ON </a:t>
            </a:r>
            <a:r>
              <a:rPr lang="en-US" sz="1200" dirty="0" err="1"/>
              <a:t>o.order_id</a:t>
            </a:r>
            <a:r>
              <a:rPr lang="en-US" sz="1200" dirty="0"/>
              <a:t> = </a:t>
            </a:r>
            <a:r>
              <a:rPr lang="en-US" sz="1200" dirty="0" err="1"/>
              <a:t>oi.order_idJOIN</a:t>
            </a:r>
            <a:r>
              <a:rPr lang="en-US" sz="1200" dirty="0"/>
              <a:t> public."</a:t>
            </a:r>
            <a:r>
              <a:rPr lang="en-US" sz="1200" dirty="0" err="1"/>
              <a:t>DimProducts</a:t>
            </a:r>
            <a:r>
              <a:rPr lang="en-US" sz="1200" dirty="0"/>
              <a:t> " p    ON </a:t>
            </a:r>
            <a:r>
              <a:rPr lang="en-US" sz="1200" dirty="0" err="1"/>
              <a:t>oi.product_id</a:t>
            </a:r>
            <a:r>
              <a:rPr lang="en-US" sz="1200" dirty="0"/>
              <a:t> = </a:t>
            </a:r>
            <a:r>
              <a:rPr lang="en-US" sz="1200" dirty="0" err="1"/>
              <a:t>p.product_idGROUP</a:t>
            </a:r>
            <a:r>
              <a:rPr lang="en-US" sz="1200" dirty="0"/>
              <a:t> BY </a:t>
            </a:r>
            <a:r>
              <a:rPr lang="en-US" sz="1200" dirty="0" err="1"/>
              <a:t>c.gender</a:t>
            </a:r>
            <a:r>
              <a:rPr lang="en-US" sz="1200" dirty="0"/>
              <a:t>, </a:t>
            </a:r>
            <a:r>
              <a:rPr lang="en-US" sz="1200" dirty="0" err="1"/>
              <a:t>p.categoryORDER</a:t>
            </a:r>
            <a:r>
              <a:rPr lang="en-US" sz="1200" dirty="0"/>
              <a:t> BY </a:t>
            </a:r>
            <a:r>
              <a:rPr lang="en-US" sz="1200" dirty="0" err="1"/>
              <a:t>c.gender</a:t>
            </a:r>
            <a:r>
              <a:rPr lang="en-US" sz="1200" dirty="0"/>
              <a:t>, </a:t>
            </a:r>
            <a:r>
              <a:rPr lang="en-US" sz="1200" dirty="0" err="1"/>
              <a:t>total_quantity_purchased</a:t>
            </a:r>
            <a:r>
              <a:rPr lang="en-US" sz="1200" dirty="0"/>
              <a:t> DESC;</a:t>
            </a:r>
          </a:p>
          <a:p>
            <a:pPr marL="0" indent="0">
              <a:buNone/>
            </a:pPr>
            <a:r>
              <a:rPr lang="en-US" sz="1200" dirty="0"/>
              <a:t>--Revenue-based pattern</a:t>
            </a:r>
          </a:p>
          <a:p>
            <a:pPr marL="0" indent="0">
              <a:buNone/>
            </a:pPr>
            <a:r>
              <a:rPr lang="en-US" sz="1200" dirty="0"/>
              <a:t>SELECT     </a:t>
            </a:r>
            <a:r>
              <a:rPr lang="en-US" sz="1200" dirty="0" err="1"/>
              <a:t>c.gender</a:t>
            </a:r>
            <a:r>
              <a:rPr lang="en-US" sz="1200" dirty="0"/>
              <a:t>,    </a:t>
            </a:r>
            <a:r>
              <a:rPr lang="en-US" sz="1200" dirty="0" err="1"/>
              <a:t>p.category</a:t>
            </a:r>
            <a:r>
              <a:rPr lang="en-US" sz="1200" dirty="0"/>
              <a:t>,    SUM(</a:t>
            </a:r>
            <a:r>
              <a:rPr lang="en-US" sz="1200" dirty="0" err="1"/>
              <a:t>oi.quantity</a:t>
            </a:r>
            <a:r>
              <a:rPr lang="en-US" sz="1200" dirty="0"/>
              <a:t> * </a:t>
            </a:r>
            <a:r>
              <a:rPr lang="en-US" sz="1200" dirty="0" err="1"/>
              <a:t>p.unit_price</a:t>
            </a:r>
            <a:r>
              <a:rPr lang="en-US" sz="1200" dirty="0"/>
              <a:t>) AS </a:t>
            </a:r>
            <a:r>
              <a:rPr lang="en-US" sz="1200" dirty="0" err="1"/>
              <a:t>total_revenueFROM</a:t>
            </a:r>
            <a:r>
              <a:rPr lang="en-US" sz="1200" dirty="0"/>
              <a:t> public."</a:t>
            </a:r>
            <a:r>
              <a:rPr lang="en-US" sz="1200" dirty="0" err="1"/>
              <a:t>FactOrders</a:t>
            </a:r>
            <a:r>
              <a:rPr lang="en-US" sz="1200" dirty="0"/>
              <a:t> " </a:t>
            </a:r>
            <a:r>
              <a:rPr lang="en-US" sz="1200" dirty="0" err="1"/>
              <a:t>oJOIN</a:t>
            </a:r>
            <a:r>
              <a:rPr lang="en-US" sz="1200" dirty="0"/>
              <a:t> public."</a:t>
            </a:r>
            <a:r>
              <a:rPr lang="en-US" sz="1200" dirty="0" err="1"/>
              <a:t>DimCustomers</a:t>
            </a:r>
            <a:r>
              <a:rPr lang="en-US" sz="1200" dirty="0"/>
              <a:t>" c    ON </a:t>
            </a:r>
            <a:r>
              <a:rPr lang="en-US" sz="1200" dirty="0" err="1"/>
              <a:t>o.customer_id</a:t>
            </a:r>
            <a:r>
              <a:rPr lang="en-US" sz="1200" dirty="0"/>
              <a:t> = </a:t>
            </a:r>
            <a:r>
              <a:rPr lang="en-US" sz="1200" dirty="0" err="1"/>
              <a:t>c.customer_idJOIN</a:t>
            </a:r>
            <a:r>
              <a:rPr lang="en-US" sz="1200" dirty="0"/>
              <a:t> public."</a:t>
            </a:r>
            <a:r>
              <a:rPr lang="en-US" sz="1200" dirty="0" err="1"/>
              <a:t>FactOrderitems</a:t>
            </a:r>
            <a:r>
              <a:rPr lang="en-US" sz="1200" dirty="0"/>
              <a:t>" oi    ON </a:t>
            </a:r>
            <a:r>
              <a:rPr lang="en-US" sz="1200" dirty="0" err="1"/>
              <a:t>o.order_id</a:t>
            </a:r>
            <a:r>
              <a:rPr lang="en-US" sz="1200" dirty="0"/>
              <a:t> = </a:t>
            </a:r>
            <a:r>
              <a:rPr lang="en-US" sz="1200" dirty="0" err="1"/>
              <a:t>oi.order_idJOIN</a:t>
            </a:r>
            <a:r>
              <a:rPr lang="en-US" sz="1200" dirty="0"/>
              <a:t> public."</a:t>
            </a:r>
            <a:r>
              <a:rPr lang="en-US" sz="1200" dirty="0" err="1"/>
              <a:t>DimProducts</a:t>
            </a:r>
            <a:r>
              <a:rPr lang="en-US" sz="1200" dirty="0"/>
              <a:t> " p    ON </a:t>
            </a:r>
            <a:r>
              <a:rPr lang="en-US" sz="1200" dirty="0" err="1"/>
              <a:t>oi.product_id</a:t>
            </a:r>
            <a:r>
              <a:rPr lang="en-US" sz="1200" dirty="0"/>
              <a:t> = </a:t>
            </a:r>
            <a:r>
              <a:rPr lang="en-US" sz="1200" dirty="0" err="1"/>
              <a:t>p.product_idGROUP</a:t>
            </a:r>
            <a:r>
              <a:rPr lang="en-US" sz="1200" dirty="0"/>
              <a:t> BY </a:t>
            </a:r>
            <a:r>
              <a:rPr lang="en-US" sz="1200" dirty="0" err="1"/>
              <a:t>c.gender</a:t>
            </a:r>
            <a:r>
              <a:rPr lang="en-US" sz="1200" dirty="0"/>
              <a:t>, </a:t>
            </a:r>
            <a:r>
              <a:rPr lang="en-US" sz="1200" dirty="0" err="1"/>
              <a:t>p.categoryORDER</a:t>
            </a:r>
            <a:r>
              <a:rPr lang="en-US" sz="1200" dirty="0"/>
              <a:t> BY </a:t>
            </a:r>
            <a:r>
              <a:rPr lang="en-US" sz="1200" dirty="0" err="1"/>
              <a:t>c.gender</a:t>
            </a:r>
            <a:r>
              <a:rPr lang="en-US" sz="1200" dirty="0"/>
              <a:t>, </a:t>
            </a:r>
            <a:r>
              <a:rPr lang="en-US" sz="1200" dirty="0" err="1"/>
              <a:t>total_revenue</a:t>
            </a:r>
            <a:r>
              <a:rPr lang="en-US" sz="1200" dirty="0"/>
              <a:t> DESC;</a:t>
            </a:r>
          </a:p>
          <a:p>
            <a:pPr>
              <a:buFont typeface="Wingdings" panose="05000000000000000000" pitchFamily="2" charset="2"/>
              <a:buChar char="n"/>
            </a:pPr>
            <a:r>
              <a:rPr lang="en-US" sz="1200" dirty="0"/>
              <a:t>-- Q14Which cities have the highest average order value (AOV)</a:t>
            </a:r>
          </a:p>
          <a:p>
            <a:pPr marL="0" indent="0">
              <a:buNone/>
            </a:pPr>
            <a:r>
              <a:rPr lang="en-US" sz="1200" dirty="0"/>
              <a:t>WITH </a:t>
            </a:r>
            <a:r>
              <a:rPr lang="en-US" sz="1200" dirty="0" err="1"/>
              <a:t>order_revenue</a:t>
            </a:r>
            <a:r>
              <a:rPr lang="en-US" sz="1200" dirty="0"/>
              <a:t> AS (    SELECT         </a:t>
            </a:r>
            <a:r>
              <a:rPr lang="en-US" sz="1200" dirty="0" err="1"/>
              <a:t>o.order_id</a:t>
            </a:r>
            <a:r>
              <a:rPr lang="en-US" sz="1200" dirty="0"/>
              <a:t>,        </a:t>
            </a:r>
            <a:r>
              <a:rPr lang="en-US" sz="1200" dirty="0" err="1"/>
              <a:t>c.city</a:t>
            </a:r>
            <a:r>
              <a:rPr lang="en-US" sz="1200" dirty="0"/>
              <a:t>,        SUM(</a:t>
            </a:r>
            <a:r>
              <a:rPr lang="en-US" sz="1200" dirty="0" err="1"/>
              <a:t>oi.quantity</a:t>
            </a:r>
            <a:r>
              <a:rPr lang="en-US" sz="1200" dirty="0"/>
              <a:t> * </a:t>
            </a:r>
            <a:r>
              <a:rPr lang="en-US" sz="1200" dirty="0" err="1"/>
              <a:t>p.unit_price</a:t>
            </a:r>
            <a:r>
              <a:rPr lang="en-US" sz="1200" dirty="0"/>
              <a:t>) AS </a:t>
            </a:r>
            <a:r>
              <a:rPr lang="en-US" sz="1200" dirty="0" err="1"/>
              <a:t>order_value</a:t>
            </a:r>
            <a:r>
              <a:rPr lang="en-US" sz="1200" dirty="0"/>
              <a:t>    FROM public."</a:t>
            </a:r>
            <a:r>
              <a:rPr lang="en-US" sz="1200" dirty="0" err="1"/>
              <a:t>FactOrders</a:t>
            </a:r>
            <a:r>
              <a:rPr lang="en-US" sz="1200" dirty="0"/>
              <a:t> " o    JOIN public."</a:t>
            </a:r>
            <a:r>
              <a:rPr lang="en-US" sz="1200" dirty="0" err="1"/>
              <a:t>DimCustomers</a:t>
            </a:r>
            <a:r>
              <a:rPr lang="en-US" sz="1200" dirty="0"/>
              <a:t>" c        ON </a:t>
            </a:r>
            <a:r>
              <a:rPr lang="en-US" sz="1200" dirty="0" err="1"/>
              <a:t>o.customer_id</a:t>
            </a:r>
            <a:r>
              <a:rPr lang="en-US" sz="1200" dirty="0"/>
              <a:t> = </a:t>
            </a:r>
            <a:r>
              <a:rPr lang="en-US" sz="1200" dirty="0" err="1"/>
              <a:t>c.customer_id</a:t>
            </a:r>
            <a:r>
              <a:rPr lang="en-US" sz="1200" dirty="0"/>
              <a:t>    JOIN public."</a:t>
            </a:r>
            <a:r>
              <a:rPr lang="en-US" sz="1200" dirty="0" err="1"/>
              <a:t>FactOrderitems</a:t>
            </a:r>
            <a:r>
              <a:rPr lang="en-US" sz="1200" dirty="0"/>
              <a:t>" oi        ON </a:t>
            </a:r>
            <a:r>
              <a:rPr lang="en-US" sz="1200" dirty="0" err="1"/>
              <a:t>o.order_id</a:t>
            </a:r>
            <a:r>
              <a:rPr lang="en-US" sz="1200" dirty="0"/>
              <a:t> = </a:t>
            </a:r>
            <a:r>
              <a:rPr lang="en-US" sz="1200" dirty="0" err="1"/>
              <a:t>oi.order_id</a:t>
            </a:r>
            <a:r>
              <a:rPr lang="en-US" sz="1200" dirty="0"/>
              <a:t>    JOIN public."</a:t>
            </a:r>
            <a:r>
              <a:rPr lang="en-US" sz="1200" dirty="0" err="1"/>
              <a:t>DimProducts</a:t>
            </a:r>
            <a:r>
              <a:rPr lang="en-US" sz="1200" dirty="0"/>
              <a:t> " p        ON </a:t>
            </a:r>
            <a:r>
              <a:rPr lang="en-US" sz="1200" dirty="0" err="1"/>
              <a:t>oi.product_id</a:t>
            </a:r>
            <a:r>
              <a:rPr lang="en-US" sz="1200" dirty="0"/>
              <a:t> = </a:t>
            </a:r>
            <a:r>
              <a:rPr lang="en-US" sz="1200" dirty="0" err="1"/>
              <a:t>p.product_id</a:t>
            </a:r>
            <a:r>
              <a:rPr lang="en-US" sz="1200" dirty="0"/>
              <a:t>    GROUP BY </a:t>
            </a:r>
            <a:r>
              <a:rPr lang="en-US" sz="1200" dirty="0" err="1"/>
              <a:t>o.order_id</a:t>
            </a:r>
            <a:r>
              <a:rPr lang="en-US" sz="1200" dirty="0"/>
              <a:t>, </a:t>
            </a:r>
            <a:r>
              <a:rPr lang="en-US" sz="1200" dirty="0" err="1"/>
              <a:t>c.city</a:t>
            </a:r>
            <a:r>
              <a:rPr lang="en-US" sz="1200" dirty="0"/>
              <a:t>)SELECT     city,    ROUND(AVG(</a:t>
            </a:r>
            <a:r>
              <a:rPr lang="en-US" sz="1200" dirty="0" err="1"/>
              <a:t>order_value</a:t>
            </a:r>
            <a:r>
              <a:rPr lang="en-US" sz="1200" dirty="0"/>
              <a:t>)::NUMERIC, 2) AS </a:t>
            </a:r>
            <a:r>
              <a:rPr lang="en-US" sz="1200" dirty="0" err="1"/>
              <a:t>average_order_valueFROM</a:t>
            </a:r>
            <a:r>
              <a:rPr lang="en-US" sz="1200" dirty="0"/>
              <a:t> </a:t>
            </a:r>
            <a:r>
              <a:rPr lang="en-US" sz="1200" dirty="0" err="1"/>
              <a:t>order_revenueGROUP</a:t>
            </a:r>
            <a:r>
              <a:rPr lang="en-US" sz="1200" dirty="0"/>
              <a:t> BY </a:t>
            </a:r>
            <a:r>
              <a:rPr lang="en-US" sz="1200" dirty="0" err="1"/>
              <a:t>cityORDER</a:t>
            </a:r>
            <a:r>
              <a:rPr lang="en-US" sz="1200" dirty="0"/>
              <a:t> BY </a:t>
            </a:r>
            <a:r>
              <a:rPr lang="en-US" sz="1200" dirty="0" err="1"/>
              <a:t>average_order_value</a:t>
            </a:r>
            <a:r>
              <a:rPr lang="en-US" sz="1200" dirty="0"/>
              <a:t> DESC;</a:t>
            </a:r>
          </a:p>
          <a:p>
            <a:pPr>
              <a:buFont typeface="Wingdings" panose="05000000000000000000" pitchFamily="2" charset="2"/>
              <a:buChar char="n"/>
            </a:pPr>
            <a:r>
              <a:rPr lang="en-US" sz="1200" dirty="0"/>
              <a:t>-- Q15How does customer purchasing behavior change over time since account creation?</a:t>
            </a:r>
          </a:p>
          <a:p>
            <a:pPr marL="0" indent="0">
              <a:buNone/>
            </a:pPr>
            <a:r>
              <a:rPr lang="en-US" sz="1200" dirty="0"/>
              <a:t>WITH </a:t>
            </a:r>
            <a:r>
              <a:rPr lang="en-US" sz="1200" dirty="0" err="1"/>
              <a:t>customer_orders</a:t>
            </a:r>
            <a:r>
              <a:rPr lang="en-US" sz="1200" dirty="0"/>
              <a:t> AS (    SELECT         </a:t>
            </a:r>
            <a:r>
              <a:rPr lang="en-US" sz="1200" dirty="0" err="1"/>
              <a:t>c.customer_id</a:t>
            </a:r>
            <a:r>
              <a:rPr lang="en-US" sz="1200" dirty="0"/>
              <a:t>,        TO_DATE(</a:t>
            </a:r>
            <a:r>
              <a:rPr lang="en-US" sz="1200" dirty="0" err="1"/>
              <a:t>c.created_at</a:t>
            </a:r>
            <a:r>
              <a:rPr lang="en-US" sz="1200" dirty="0"/>
              <a:t>, 'YYYY-MM-DD') AS </a:t>
            </a:r>
            <a:r>
              <a:rPr lang="en-US" sz="1200" dirty="0" err="1"/>
              <a:t>created_at</a:t>
            </a:r>
            <a:r>
              <a:rPr lang="en-US" sz="1200" dirty="0"/>
              <a:t>,        </a:t>
            </a:r>
            <a:r>
              <a:rPr lang="en-US" sz="1200" dirty="0" err="1"/>
              <a:t>o.order_id</a:t>
            </a:r>
            <a:r>
              <a:rPr lang="en-US" sz="1200" dirty="0"/>
              <a:t>,        </a:t>
            </a:r>
            <a:r>
              <a:rPr lang="en-US" sz="1200" dirty="0" err="1"/>
              <a:t>o.order_date</a:t>
            </a:r>
            <a:r>
              <a:rPr lang="en-US" sz="1200" dirty="0"/>
              <a:t>,        DATE_PART(            'month',            AGE(                </a:t>
            </a:r>
            <a:r>
              <a:rPr lang="en-US" sz="1200" dirty="0" err="1"/>
              <a:t>o.order_date</a:t>
            </a:r>
            <a:r>
              <a:rPr lang="en-US" sz="1200" dirty="0"/>
              <a:t>,                TO_DATE(</a:t>
            </a:r>
            <a:r>
              <a:rPr lang="en-US" sz="1200" dirty="0" err="1"/>
              <a:t>c.created_at</a:t>
            </a:r>
            <a:r>
              <a:rPr lang="en-US" sz="1200" dirty="0"/>
              <a:t>, 'YYYY-MM-DD')            )        ) AS </a:t>
            </a:r>
            <a:r>
              <a:rPr lang="en-US" sz="1200" dirty="0" err="1"/>
              <a:t>months_since_signup</a:t>
            </a:r>
            <a:r>
              <a:rPr lang="en-US" sz="1200" dirty="0"/>
              <a:t>    FROM public."</a:t>
            </a:r>
            <a:r>
              <a:rPr lang="en-US" sz="1200" dirty="0" err="1"/>
              <a:t>DimCustomers</a:t>
            </a:r>
            <a:r>
              <a:rPr lang="en-US" sz="1200" dirty="0"/>
              <a:t>" c    JOIN public."</a:t>
            </a:r>
            <a:r>
              <a:rPr lang="en-US" sz="1200" dirty="0" err="1"/>
              <a:t>FactOrders</a:t>
            </a:r>
            <a:r>
              <a:rPr lang="en-US" sz="1200" dirty="0"/>
              <a:t> " o        ON </a:t>
            </a:r>
            <a:r>
              <a:rPr lang="en-US" sz="1200" dirty="0" err="1"/>
              <a:t>c.customer_id</a:t>
            </a:r>
            <a:r>
              <a:rPr lang="en-US" sz="1200" dirty="0"/>
              <a:t> = </a:t>
            </a:r>
            <a:r>
              <a:rPr lang="en-US" sz="1200" dirty="0" err="1"/>
              <a:t>o.customer_id</a:t>
            </a:r>
            <a:r>
              <a:rPr lang="en-US" sz="1200" dirty="0"/>
              <a:t>),</a:t>
            </a:r>
            <a:r>
              <a:rPr lang="en-US" sz="1200" dirty="0" err="1"/>
              <a:t>order_revenue</a:t>
            </a:r>
            <a:r>
              <a:rPr lang="en-US" sz="1200" dirty="0"/>
              <a:t> AS (    SELECT         </a:t>
            </a:r>
            <a:r>
              <a:rPr lang="en-US" sz="1200" dirty="0" err="1"/>
              <a:t>co.customer_id</a:t>
            </a:r>
            <a:r>
              <a:rPr lang="en-US" sz="1200" dirty="0"/>
              <a:t>,        </a:t>
            </a:r>
            <a:r>
              <a:rPr lang="en-US" sz="1200" dirty="0" err="1"/>
              <a:t>co.order_id</a:t>
            </a:r>
            <a:r>
              <a:rPr lang="en-US" sz="1200" dirty="0"/>
              <a:t>,        </a:t>
            </a:r>
            <a:r>
              <a:rPr lang="en-US" sz="1200" dirty="0" err="1"/>
              <a:t>co.months_since_signup</a:t>
            </a:r>
            <a:r>
              <a:rPr lang="en-US" sz="1200" dirty="0"/>
              <a:t>,        SUM(</a:t>
            </a:r>
            <a:r>
              <a:rPr lang="en-US" sz="1200" dirty="0" err="1"/>
              <a:t>oi.quantity</a:t>
            </a:r>
            <a:r>
              <a:rPr lang="en-US" sz="1200" dirty="0"/>
              <a:t> * </a:t>
            </a:r>
            <a:r>
              <a:rPr lang="en-US" sz="1200" dirty="0" err="1"/>
              <a:t>p.unit_price</a:t>
            </a:r>
            <a:r>
              <a:rPr lang="en-US" sz="1200" dirty="0"/>
              <a:t>) AS </a:t>
            </a:r>
            <a:r>
              <a:rPr lang="en-US" sz="1200" dirty="0" err="1"/>
              <a:t>order_value</a:t>
            </a:r>
            <a:r>
              <a:rPr lang="en-US" sz="1200" dirty="0"/>
              <a:t>    FROM </a:t>
            </a:r>
            <a:r>
              <a:rPr lang="en-US" sz="1200" dirty="0" err="1"/>
              <a:t>customer_orders</a:t>
            </a:r>
            <a:r>
              <a:rPr lang="en-US" sz="1200" dirty="0"/>
              <a:t> co    JOIN public."</a:t>
            </a:r>
            <a:r>
              <a:rPr lang="en-US" sz="1200" dirty="0" err="1"/>
              <a:t>FactOrderitems</a:t>
            </a:r>
            <a:r>
              <a:rPr lang="en-US" sz="1200" dirty="0"/>
              <a:t>" oi        ON </a:t>
            </a:r>
            <a:r>
              <a:rPr lang="en-US" sz="1200" dirty="0" err="1"/>
              <a:t>co.order_id</a:t>
            </a:r>
            <a:r>
              <a:rPr lang="en-US" sz="1200" dirty="0"/>
              <a:t> = </a:t>
            </a:r>
            <a:r>
              <a:rPr lang="en-US" sz="1200" dirty="0" err="1"/>
              <a:t>oi.order_id</a:t>
            </a:r>
            <a:r>
              <a:rPr lang="en-US" sz="1200" dirty="0"/>
              <a:t>    JOIN public."</a:t>
            </a:r>
            <a:r>
              <a:rPr lang="en-US" sz="1200" dirty="0" err="1"/>
              <a:t>DimProducts</a:t>
            </a:r>
            <a:r>
              <a:rPr lang="en-US" sz="1200" dirty="0"/>
              <a:t> " p        ON </a:t>
            </a:r>
            <a:r>
              <a:rPr lang="en-US" sz="1200" dirty="0" err="1"/>
              <a:t>oi.product_id</a:t>
            </a:r>
            <a:r>
              <a:rPr lang="en-US" sz="1200" dirty="0"/>
              <a:t> = </a:t>
            </a:r>
            <a:r>
              <a:rPr lang="en-US" sz="1200" dirty="0" err="1"/>
              <a:t>p.product_id</a:t>
            </a:r>
            <a:r>
              <a:rPr lang="en-US" sz="1200" dirty="0"/>
              <a:t>    GROUP BY </a:t>
            </a:r>
            <a:r>
              <a:rPr lang="en-US" sz="1200" dirty="0" err="1"/>
              <a:t>co.customer_id</a:t>
            </a:r>
            <a:r>
              <a:rPr lang="en-US" sz="1200" dirty="0"/>
              <a:t>, </a:t>
            </a:r>
            <a:r>
              <a:rPr lang="en-US" sz="1200" dirty="0" err="1"/>
              <a:t>co.order_id</a:t>
            </a:r>
            <a:r>
              <a:rPr lang="en-US" sz="1200" dirty="0"/>
              <a:t>, </a:t>
            </a:r>
            <a:r>
              <a:rPr lang="en-US" sz="1200" dirty="0" err="1"/>
              <a:t>co.months_since_signup</a:t>
            </a:r>
            <a:r>
              <a:rPr lang="en-US" sz="1200" dirty="0"/>
              <a:t>)SELECT     </a:t>
            </a:r>
            <a:r>
              <a:rPr lang="en-US" sz="1200" dirty="0" err="1"/>
              <a:t>months_since_signup</a:t>
            </a:r>
            <a:r>
              <a:rPr lang="en-US" sz="1200" dirty="0"/>
              <a:t>,    COUNT(DISTINCT </a:t>
            </a:r>
            <a:r>
              <a:rPr lang="en-US" sz="1200" dirty="0" err="1"/>
              <a:t>order_id</a:t>
            </a:r>
            <a:r>
              <a:rPr lang="en-US" sz="1200" dirty="0"/>
              <a:t>) AS </a:t>
            </a:r>
            <a:r>
              <a:rPr lang="en-US" sz="1200" dirty="0" err="1"/>
              <a:t>total_orders</a:t>
            </a:r>
            <a:r>
              <a:rPr lang="en-US" sz="1200" dirty="0"/>
              <a:t>,    ROUND(SUM(</a:t>
            </a:r>
            <a:r>
              <a:rPr lang="en-US" sz="1200" dirty="0" err="1"/>
              <a:t>order_value</a:t>
            </a:r>
            <a:r>
              <a:rPr lang="en-US" sz="1200" dirty="0"/>
              <a:t>)::NUMERIC, 2) AS </a:t>
            </a:r>
            <a:r>
              <a:rPr lang="en-US" sz="1200" dirty="0" err="1"/>
              <a:t>total_revenueFROM</a:t>
            </a:r>
            <a:r>
              <a:rPr lang="en-US" sz="1200" dirty="0"/>
              <a:t> </a:t>
            </a:r>
            <a:r>
              <a:rPr lang="en-US" sz="1200" dirty="0" err="1"/>
              <a:t>order_revenueGROUP</a:t>
            </a:r>
            <a:r>
              <a:rPr lang="en-US" sz="1200" dirty="0"/>
              <a:t> BY </a:t>
            </a:r>
            <a:r>
              <a:rPr lang="en-US" sz="1200" dirty="0" err="1"/>
              <a:t>months_since_signupORDER</a:t>
            </a:r>
            <a:r>
              <a:rPr lang="en-US" sz="1200" dirty="0"/>
              <a:t> BY </a:t>
            </a:r>
            <a:r>
              <a:rPr lang="en-US" sz="1200" dirty="0" err="1"/>
              <a:t>months_since_signup</a:t>
            </a:r>
            <a:r>
              <a:rPr lang="en-US" sz="1200" dirty="0"/>
              <a:t>;</a:t>
            </a:r>
          </a:p>
        </p:txBody>
      </p:sp>
    </p:spTree>
    <p:extLst>
      <p:ext uri="{BB962C8B-B14F-4D97-AF65-F5344CB8AC3E}">
        <p14:creationId xmlns:p14="http://schemas.microsoft.com/office/powerpoint/2010/main" val="4161037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233BB5-3BCF-56F7-1098-E10A7F797FDC}"/>
              </a:ext>
            </a:extLst>
          </p:cNvPr>
          <p:cNvSpPr>
            <a:spLocks noGrp="1"/>
          </p:cNvSpPr>
          <p:nvPr>
            <p:ph idx="1"/>
          </p:nvPr>
        </p:nvSpPr>
        <p:spPr>
          <a:xfrm>
            <a:off x="181535" y="468727"/>
            <a:ext cx="9377403" cy="6201014"/>
          </a:xfrm>
        </p:spPr>
        <p:txBody>
          <a:bodyPr>
            <a:noAutofit/>
          </a:bodyPr>
          <a:lstStyle/>
          <a:p>
            <a:pPr>
              <a:buFont typeface="Wingdings" panose="05000000000000000000" pitchFamily="2" charset="2"/>
              <a:buChar char="n"/>
            </a:pPr>
            <a:r>
              <a:rPr lang="en-US" sz="1400" dirty="0"/>
              <a:t>Q16Which payment methods are used most frequently?</a:t>
            </a:r>
          </a:p>
          <a:p>
            <a:pPr marL="0" indent="0">
              <a:buNone/>
            </a:pPr>
            <a:r>
              <a:rPr lang="en-US" sz="1400" dirty="0"/>
              <a:t>SELECT     method AS </a:t>
            </a:r>
            <a:r>
              <a:rPr lang="en-US" sz="1400" dirty="0" err="1"/>
              <a:t>payment_method</a:t>
            </a:r>
            <a:r>
              <a:rPr lang="en-US" sz="1400" dirty="0"/>
              <a:t>,    COUNT(</a:t>
            </a:r>
            <a:r>
              <a:rPr lang="en-US" sz="1400" dirty="0" err="1"/>
              <a:t>payment_id</a:t>
            </a:r>
            <a:r>
              <a:rPr lang="en-US" sz="1400" dirty="0"/>
              <a:t>) AS </a:t>
            </a:r>
            <a:r>
              <a:rPr lang="en-US" sz="1400" dirty="0" err="1"/>
              <a:t>usage_countFROM</a:t>
            </a:r>
            <a:r>
              <a:rPr lang="en-US" sz="1400" dirty="0"/>
              <a:t> public."</a:t>
            </a:r>
            <a:r>
              <a:rPr lang="en-US" sz="1400" dirty="0" err="1"/>
              <a:t>FactPayment"GROUP</a:t>
            </a:r>
            <a:r>
              <a:rPr lang="en-US" sz="1400" dirty="0"/>
              <a:t> BY </a:t>
            </a:r>
            <a:r>
              <a:rPr lang="en-US" sz="1400" dirty="0" err="1"/>
              <a:t>methodORDER</a:t>
            </a:r>
            <a:r>
              <a:rPr lang="en-US" sz="1400" dirty="0"/>
              <a:t> BY </a:t>
            </a:r>
            <a:r>
              <a:rPr lang="en-US" sz="1400" dirty="0" err="1"/>
              <a:t>usage_count</a:t>
            </a:r>
            <a:r>
              <a:rPr lang="en-US" sz="1400" dirty="0"/>
              <a:t> DESC;</a:t>
            </a:r>
          </a:p>
          <a:p>
            <a:pPr>
              <a:buFont typeface="Wingdings" panose="05000000000000000000" pitchFamily="2" charset="2"/>
              <a:buChar char="n"/>
            </a:pPr>
            <a:r>
              <a:rPr lang="en-US" sz="1400" dirty="0"/>
              <a:t>-- Q17Is there any relationship between payment method and order status?</a:t>
            </a:r>
          </a:p>
          <a:p>
            <a:pPr marL="0" indent="0">
              <a:buNone/>
            </a:pPr>
            <a:r>
              <a:rPr lang="en-US" sz="1400" dirty="0"/>
              <a:t>SELECT     </a:t>
            </a:r>
            <a:r>
              <a:rPr lang="en-US" sz="1400" dirty="0" err="1"/>
              <a:t>p.method</a:t>
            </a:r>
            <a:r>
              <a:rPr lang="en-US" sz="1400" dirty="0"/>
              <a:t> AS </a:t>
            </a:r>
            <a:r>
              <a:rPr lang="en-US" sz="1400" dirty="0" err="1"/>
              <a:t>payment_method</a:t>
            </a:r>
            <a:r>
              <a:rPr lang="en-US" sz="1400" dirty="0"/>
              <a:t>,    </a:t>
            </a:r>
            <a:r>
              <a:rPr lang="en-US" sz="1400" dirty="0" err="1"/>
              <a:t>o.status</a:t>
            </a:r>
            <a:r>
              <a:rPr lang="en-US" sz="1400" dirty="0"/>
              <a:t> AS </a:t>
            </a:r>
            <a:r>
              <a:rPr lang="en-US" sz="1400" dirty="0" err="1"/>
              <a:t>order_status</a:t>
            </a:r>
            <a:r>
              <a:rPr lang="en-US" sz="1400" dirty="0"/>
              <a:t>,    COUNT(</a:t>
            </a:r>
            <a:r>
              <a:rPr lang="en-US" sz="1400" dirty="0" err="1"/>
              <a:t>o.order_id</a:t>
            </a:r>
            <a:r>
              <a:rPr lang="en-US" sz="1400" dirty="0"/>
              <a:t>) AS </a:t>
            </a:r>
            <a:r>
              <a:rPr lang="en-US" sz="1400" dirty="0" err="1"/>
              <a:t>total_ordersFROM</a:t>
            </a:r>
            <a:r>
              <a:rPr lang="en-US" sz="1400" dirty="0"/>
              <a:t> public."</a:t>
            </a:r>
            <a:r>
              <a:rPr lang="en-US" sz="1400" dirty="0" err="1"/>
              <a:t>FactOrders</a:t>
            </a:r>
            <a:r>
              <a:rPr lang="en-US" sz="1400" dirty="0"/>
              <a:t> " </a:t>
            </a:r>
            <a:r>
              <a:rPr lang="en-US" sz="1400" dirty="0" err="1"/>
              <a:t>oJOIN</a:t>
            </a:r>
            <a:r>
              <a:rPr lang="en-US" sz="1400" dirty="0"/>
              <a:t> public."</a:t>
            </a:r>
            <a:r>
              <a:rPr lang="en-US" sz="1400" dirty="0" err="1"/>
              <a:t>FactPayment</a:t>
            </a:r>
            <a:r>
              <a:rPr lang="en-US" sz="1400" dirty="0"/>
              <a:t>" p    ON </a:t>
            </a:r>
            <a:r>
              <a:rPr lang="en-US" sz="1400" dirty="0" err="1"/>
              <a:t>o.order_id</a:t>
            </a:r>
            <a:r>
              <a:rPr lang="en-US" sz="1400" dirty="0"/>
              <a:t> = </a:t>
            </a:r>
            <a:r>
              <a:rPr lang="en-US" sz="1400" dirty="0" err="1"/>
              <a:t>p.order_idGROUP</a:t>
            </a:r>
            <a:r>
              <a:rPr lang="en-US" sz="1400" dirty="0"/>
              <a:t> BY </a:t>
            </a:r>
            <a:r>
              <a:rPr lang="en-US" sz="1400" dirty="0" err="1"/>
              <a:t>p.method</a:t>
            </a:r>
            <a:r>
              <a:rPr lang="en-US" sz="1400" dirty="0"/>
              <a:t>, </a:t>
            </a:r>
            <a:r>
              <a:rPr lang="en-US" sz="1400" dirty="0" err="1"/>
              <a:t>o.statusORDER</a:t>
            </a:r>
            <a:r>
              <a:rPr lang="en-US" sz="1400" dirty="0"/>
              <a:t> BY </a:t>
            </a:r>
            <a:r>
              <a:rPr lang="en-US" sz="1400" dirty="0" err="1"/>
              <a:t>p.method</a:t>
            </a:r>
            <a:r>
              <a:rPr lang="en-US" sz="1400" dirty="0"/>
              <a:t>, </a:t>
            </a:r>
            <a:r>
              <a:rPr lang="en-US" sz="1400" dirty="0" err="1"/>
              <a:t>total_orders</a:t>
            </a:r>
            <a:r>
              <a:rPr lang="en-US" sz="1400" dirty="0"/>
              <a:t> DESC;</a:t>
            </a:r>
          </a:p>
          <a:p>
            <a:pPr>
              <a:buFont typeface="Wingdings" panose="05000000000000000000" pitchFamily="2" charset="2"/>
              <a:buChar char="n"/>
            </a:pPr>
            <a:r>
              <a:rPr lang="en-US" sz="1400" dirty="0"/>
              <a:t>-- Q18Do certain cities prefer specific payment methods?</a:t>
            </a:r>
          </a:p>
          <a:p>
            <a:pPr marL="0" indent="0">
              <a:buNone/>
            </a:pPr>
            <a:r>
              <a:rPr lang="en-US" sz="1400" dirty="0"/>
              <a:t>SELECT     </a:t>
            </a:r>
            <a:r>
              <a:rPr lang="en-US" sz="1400" dirty="0" err="1"/>
              <a:t>c.city</a:t>
            </a:r>
            <a:r>
              <a:rPr lang="en-US" sz="1400" dirty="0"/>
              <a:t>,    </a:t>
            </a:r>
            <a:r>
              <a:rPr lang="en-US" sz="1400" dirty="0" err="1"/>
              <a:t>p.method</a:t>
            </a:r>
            <a:r>
              <a:rPr lang="en-US" sz="1400" dirty="0"/>
              <a:t> AS </a:t>
            </a:r>
            <a:r>
              <a:rPr lang="en-US" sz="1400" dirty="0" err="1"/>
              <a:t>payment_method</a:t>
            </a:r>
            <a:r>
              <a:rPr lang="en-US" sz="1400" dirty="0"/>
              <a:t>,    COUNT(</a:t>
            </a:r>
            <a:r>
              <a:rPr lang="en-US" sz="1400" dirty="0" err="1"/>
              <a:t>o.order_id</a:t>
            </a:r>
            <a:r>
              <a:rPr lang="en-US" sz="1400" dirty="0"/>
              <a:t>) AS </a:t>
            </a:r>
            <a:r>
              <a:rPr lang="en-US" sz="1400" dirty="0" err="1"/>
              <a:t>total_ordersFROM</a:t>
            </a:r>
            <a:r>
              <a:rPr lang="en-US" sz="1400" dirty="0"/>
              <a:t> public."</a:t>
            </a:r>
            <a:r>
              <a:rPr lang="en-US" sz="1400" dirty="0" err="1"/>
              <a:t>DimCustomers</a:t>
            </a:r>
            <a:r>
              <a:rPr lang="en-US" sz="1400" dirty="0"/>
              <a:t>" </a:t>
            </a:r>
            <a:r>
              <a:rPr lang="en-US" sz="1400" dirty="0" err="1"/>
              <a:t>cJOIN</a:t>
            </a:r>
            <a:r>
              <a:rPr lang="en-US" sz="1400" dirty="0"/>
              <a:t> public."</a:t>
            </a:r>
            <a:r>
              <a:rPr lang="en-US" sz="1400" dirty="0" err="1"/>
              <a:t>FactOrders</a:t>
            </a:r>
            <a:r>
              <a:rPr lang="en-US" sz="1400" dirty="0"/>
              <a:t> " o    ON </a:t>
            </a:r>
            <a:r>
              <a:rPr lang="en-US" sz="1400" dirty="0" err="1"/>
              <a:t>c.customer_id</a:t>
            </a:r>
            <a:r>
              <a:rPr lang="en-US" sz="1400" dirty="0"/>
              <a:t> = </a:t>
            </a:r>
            <a:r>
              <a:rPr lang="en-US" sz="1400" dirty="0" err="1"/>
              <a:t>o.customer_idJOIN</a:t>
            </a:r>
            <a:r>
              <a:rPr lang="en-US" sz="1400" dirty="0"/>
              <a:t> public."</a:t>
            </a:r>
            <a:r>
              <a:rPr lang="en-US" sz="1400" dirty="0" err="1"/>
              <a:t>FactPayment</a:t>
            </a:r>
            <a:r>
              <a:rPr lang="en-US" sz="1400" dirty="0"/>
              <a:t>" p    ON </a:t>
            </a:r>
            <a:r>
              <a:rPr lang="en-US" sz="1400" dirty="0" err="1"/>
              <a:t>o.order_id</a:t>
            </a:r>
            <a:r>
              <a:rPr lang="en-US" sz="1400" dirty="0"/>
              <a:t> = </a:t>
            </a:r>
            <a:r>
              <a:rPr lang="en-US" sz="1400" dirty="0" err="1"/>
              <a:t>p.order_idGROUP</a:t>
            </a:r>
            <a:r>
              <a:rPr lang="en-US" sz="1400" dirty="0"/>
              <a:t> BY </a:t>
            </a:r>
            <a:r>
              <a:rPr lang="en-US" sz="1400" dirty="0" err="1"/>
              <a:t>c.city</a:t>
            </a:r>
            <a:r>
              <a:rPr lang="en-US" sz="1400" dirty="0"/>
              <a:t>, </a:t>
            </a:r>
            <a:r>
              <a:rPr lang="en-US" sz="1400" dirty="0" err="1"/>
              <a:t>p.methodORDER</a:t>
            </a:r>
            <a:r>
              <a:rPr lang="en-US" sz="1400" dirty="0"/>
              <a:t> BY </a:t>
            </a:r>
            <a:r>
              <a:rPr lang="en-US" sz="1400" dirty="0" err="1"/>
              <a:t>c.city</a:t>
            </a:r>
            <a:r>
              <a:rPr lang="en-US" sz="1400" dirty="0"/>
              <a:t>, </a:t>
            </a:r>
            <a:r>
              <a:rPr lang="en-US" sz="1400" dirty="0" err="1"/>
              <a:t>total_orders</a:t>
            </a:r>
            <a:r>
              <a:rPr lang="en-US" sz="1400" dirty="0"/>
              <a:t> DESC;</a:t>
            </a:r>
          </a:p>
          <a:p>
            <a:pPr>
              <a:buFont typeface="Wingdings" panose="05000000000000000000" pitchFamily="2" charset="2"/>
              <a:buChar char="n"/>
            </a:pPr>
            <a:r>
              <a:rPr lang="en-US" sz="1400" dirty="0"/>
              <a:t>-- Q19Are higher-value orders associated with specific payment methods?</a:t>
            </a:r>
          </a:p>
          <a:p>
            <a:pPr marL="0" indent="0">
              <a:buNone/>
            </a:pPr>
            <a:r>
              <a:rPr lang="en-US" sz="1400" dirty="0"/>
              <a:t>WITH </a:t>
            </a:r>
            <a:r>
              <a:rPr lang="en-US" sz="1400" dirty="0" err="1"/>
              <a:t>order_revenue</a:t>
            </a:r>
            <a:r>
              <a:rPr lang="en-US" sz="1400" dirty="0"/>
              <a:t> AS (    SELECT         </a:t>
            </a:r>
            <a:r>
              <a:rPr lang="en-US" sz="1400" dirty="0" err="1"/>
              <a:t>o.order_id</a:t>
            </a:r>
            <a:r>
              <a:rPr lang="en-US" sz="1400" dirty="0"/>
              <a:t>,        SUM(</a:t>
            </a:r>
            <a:r>
              <a:rPr lang="en-US" sz="1400" dirty="0" err="1"/>
              <a:t>oi.quantity</a:t>
            </a:r>
            <a:r>
              <a:rPr lang="en-US" sz="1400" dirty="0"/>
              <a:t> * </a:t>
            </a:r>
            <a:r>
              <a:rPr lang="en-US" sz="1400" dirty="0" err="1"/>
              <a:t>p.unit_price</a:t>
            </a:r>
            <a:r>
              <a:rPr lang="en-US" sz="1400" dirty="0"/>
              <a:t>) AS </a:t>
            </a:r>
            <a:r>
              <a:rPr lang="en-US" sz="1400" dirty="0" err="1"/>
              <a:t>order_value</a:t>
            </a:r>
            <a:r>
              <a:rPr lang="en-US" sz="1400" dirty="0"/>
              <a:t>    FROM public."</a:t>
            </a:r>
            <a:r>
              <a:rPr lang="en-US" sz="1400" dirty="0" err="1"/>
              <a:t>FactOrders</a:t>
            </a:r>
            <a:r>
              <a:rPr lang="en-US" sz="1400" dirty="0"/>
              <a:t> " o    JOIN public."</a:t>
            </a:r>
            <a:r>
              <a:rPr lang="en-US" sz="1400" dirty="0" err="1"/>
              <a:t>FactOrderitems</a:t>
            </a:r>
            <a:r>
              <a:rPr lang="en-US" sz="1400" dirty="0"/>
              <a:t>" oi        ON </a:t>
            </a:r>
            <a:r>
              <a:rPr lang="en-US" sz="1400" dirty="0" err="1"/>
              <a:t>o.order_id</a:t>
            </a:r>
            <a:r>
              <a:rPr lang="en-US" sz="1400" dirty="0"/>
              <a:t> = </a:t>
            </a:r>
            <a:r>
              <a:rPr lang="en-US" sz="1400" dirty="0" err="1"/>
              <a:t>oi.order_id</a:t>
            </a:r>
            <a:r>
              <a:rPr lang="en-US" sz="1400" dirty="0"/>
              <a:t>    JOIN public."</a:t>
            </a:r>
            <a:r>
              <a:rPr lang="en-US" sz="1400" dirty="0" err="1"/>
              <a:t>DimProducts</a:t>
            </a:r>
            <a:r>
              <a:rPr lang="en-US" sz="1400" dirty="0"/>
              <a:t> " p        ON </a:t>
            </a:r>
            <a:r>
              <a:rPr lang="en-US" sz="1400" dirty="0" err="1"/>
              <a:t>oi.product_id</a:t>
            </a:r>
            <a:r>
              <a:rPr lang="en-US" sz="1400" dirty="0"/>
              <a:t> = </a:t>
            </a:r>
            <a:r>
              <a:rPr lang="en-US" sz="1400" dirty="0" err="1"/>
              <a:t>p.product_id</a:t>
            </a:r>
            <a:r>
              <a:rPr lang="en-US" sz="1400" dirty="0"/>
              <a:t>    GROUP BY </a:t>
            </a:r>
            <a:r>
              <a:rPr lang="en-US" sz="1400" dirty="0" err="1"/>
              <a:t>o.order_id</a:t>
            </a:r>
            <a:r>
              <a:rPr lang="en-US" sz="1400" dirty="0"/>
              <a:t>)SELECT     </a:t>
            </a:r>
            <a:r>
              <a:rPr lang="en-US" sz="1400" dirty="0" err="1"/>
              <a:t>fp.method</a:t>
            </a:r>
            <a:r>
              <a:rPr lang="en-US" sz="1400" dirty="0"/>
              <a:t> AS </a:t>
            </a:r>
            <a:r>
              <a:rPr lang="en-US" sz="1400" dirty="0" err="1"/>
              <a:t>payment_method</a:t>
            </a:r>
            <a:r>
              <a:rPr lang="en-US" sz="1400" dirty="0"/>
              <a:t>,    ROUND(AVG(</a:t>
            </a:r>
            <a:r>
              <a:rPr lang="en-US" sz="1400" dirty="0" err="1"/>
              <a:t>orv.order_value</a:t>
            </a:r>
            <a:r>
              <a:rPr lang="en-US" sz="1400" dirty="0"/>
              <a:t>)::NUMERIC, 2) AS </a:t>
            </a:r>
            <a:r>
              <a:rPr lang="en-US" sz="1400" dirty="0" err="1"/>
              <a:t>average_order_valueFROM</a:t>
            </a:r>
            <a:r>
              <a:rPr lang="en-US" sz="1400" dirty="0"/>
              <a:t> </a:t>
            </a:r>
            <a:r>
              <a:rPr lang="en-US" sz="1400" dirty="0" err="1"/>
              <a:t>order_revenue</a:t>
            </a:r>
            <a:r>
              <a:rPr lang="en-US" sz="1400" dirty="0"/>
              <a:t> </a:t>
            </a:r>
            <a:r>
              <a:rPr lang="en-US" sz="1400" dirty="0" err="1"/>
              <a:t>orvJOIN</a:t>
            </a:r>
            <a:r>
              <a:rPr lang="en-US" sz="1400" dirty="0"/>
              <a:t> public."</a:t>
            </a:r>
            <a:r>
              <a:rPr lang="en-US" sz="1400" dirty="0" err="1"/>
              <a:t>FactPayment</a:t>
            </a:r>
            <a:r>
              <a:rPr lang="en-US" sz="1400" dirty="0"/>
              <a:t>" </a:t>
            </a:r>
            <a:r>
              <a:rPr lang="en-US" sz="1400" dirty="0" err="1"/>
              <a:t>fp</a:t>
            </a:r>
            <a:r>
              <a:rPr lang="en-US" sz="1400" dirty="0"/>
              <a:t>    ON </a:t>
            </a:r>
            <a:r>
              <a:rPr lang="en-US" sz="1400" dirty="0" err="1"/>
              <a:t>orv.order_id</a:t>
            </a:r>
            <a:r>
              <a:rPr lang="en-US" sz="1400" dirty="0"/>
              <a:t> = </a:t>
            </a:r>
            <a:r>
              <a:rPr lang="en-US" sz="1400" dirty="0" err="1"/>
              <a:t>fp.order_idGROUP</a:t>
            </a:r>
            <a:r>
              <a:rPr lang="en-US" sz="1400" dirty="0"/>
              <a:t> BY </a:t>
            </a:r>
            <a:r>
              <a:rPr lang="en-US" sz="1400" dirty="0" err="1"/>
              <a:t>fp.methodORDER</a:t>
            </a:r>
            <a:r>
              <a:rPr lang="en-US" sz="1400" dirty="0"/>
              <a:t> BY </a:t>
            </a:r>
            <a:r>
              <a:rPr lang="en-US" sz="1400" dirty="0" err="1"/>
              <a:t>average_order_value</a:t>
            </a:r>
            <a:r>
              <a:rPr lang="en-US" sz="1400" dirty="0"/>
              <a:t> DESC;</a:t>
            </a:r>
          </a:p>
          <a:p>
            <a:pPr>
              <a:buFont typeface="Wingdings" panose="05000000000000000000" pitchFamily="2" charset="2"/>
              <a:buChar char="n"/>
            </a:pPr>
            <a:r>
              <a:rPr lang="en-US" sz="1400" dirty="0"/>
              <a:t>-- Q20What is the average number of items per order by payment method?</a:t>
            </a:r>
          </a:p>
          <a:p>
            <a:pPr marL="0" indent="0">
              <a:buNone/>
            </a:pPr>
            <a:r>
              <a:rPr lang="en-US" sz="1400" dirty="0"/>
              <a:t>WITH </a:t>
            </a:r>
            <a:r>
              <a:rPr lang="en-US" sz="1400" dirty="0" err="1"/>
              <a:t>order_items_count</a:t>
            </a:r>
            <a:r>
              <a:rPr lang="en-US" sz="1400" dirty="0"/>
              <a:t> AS (    SELECT         </a:t>
            </a:r>
            <a:r>
              <a:rPr lang="en-US" sz="1400" dirty="0" err="1"/>
              <a:t>o.order_id</a:t>
            </a:r>
            <a:r>
              <a:rPr lang="en-US" sz="1400" dirty="0"/>
              <a:t>,        SUM(</a:t>
            </a:r>
            <a:r>
              <a:rPr lang="en-US" sz="1400" dirty="0" err="1"/>
              <a:t>oi.quantity</a:t>
            </a:r>
            <a:r>
              <a:rPr lang="en-US" sz="1400" dirty="0"/>
              <a:t>) AS </a:t>
            </a:r>
            <a:r>
              <a:rPr lang="en-US" sz="1400" dirty="0" err="1"/>
              <a:t>total_items</a:t>
            </a:r>
            <a:r>
              <a:rPr lang="en-US" sz="1400" dirty="0"/>
              <a:t>    FROM public."</a:t>
            </a:r>
            <a:r>
              <a:rPr lang="en-US" sz="1400" dirty="0" err="1"/>
              <a:t>FactOrders</a:t>
            </a:r>
            <a:r>
              <a:rPr lang="en-US" sz="1400" dirty="0"/>
              <a:t> " o    JOIN public."</a:t>
            </a:r>
            <a:r>
              <a:rPr lang="en-US" sz="1400" dirty="0" err="1"/>
              <a:t>FactOrderitems</a:t>
            </a:r>
            <a:r>
              <a:rPr lang="en-US" sz="1400" dirty="0"/>
              <a:t>" oi        ON </a:t>
            </a:r>
            <a:r>
              <a:rPr lang="en-US" sz="1400" dirty="0" err="1"/>
              <a:t>o.order_id</a:t>
            </a:r>
            <a:r>
              <a:rPr lang="en-US" sz="1400" dirty="0"/>
              <a:t> = </a:t>
            </a:r>
            <a:r>
              <a:rPr lang="en-US" sz="1400" dirty="0" err="1"/>
              <a:t>oi.order_id</a:t>
            </a:r>
            <a:r>
              <a:rPr lang="en-US" sz="1400" dirty="0"/>
              <a:t>    GROUP BY </a:t>
            </a:r>
            <a:r>
              <a:rPr lang="en-US" sz="1400" dirty="0" err="1"/>
              <a:t>o.order_id</a:t>
            </a:r>
            <a:r>
              <a:rPr lang="en-US" sz="1400" dirty="0"/>
              <a:t>)SELECT     </a:t>
            </a:r>
            <a:r>
              <a:rPr lang="en-US" sz="1400" dirty="0" err="1"/>
              <a:t>fp.method</a:t>
            </a:r>
            <a:r>
              <a:rPr lang="en-US" sz="1400" dirty="0"/>
              <a:t> AS </a:t>
            </a:r>
            <a:r>
              <a:rPr lang="en-US" sz="1400" dirty="0" err="1"/>
              <a:t>payment_method</a:t>
            </a:r>
            <a:r>
              <a:rPr lang="en-US" sz="1400" dirty="0"/>
              <a:t>,    ROUND(AVG(</a:t>
            </a:r>
            <a:r>
              <a:rPr lang="en-US" sz="1400" dirty="0" err="1"/>
              <a:t>oic.total_items</a:t>
            </a:r>
            <a:r>
              <a:rPr lang="en-US" sz="1400" dirty="0"/>
              <a:t>)::NUMERIC, 2) AS </a:t>
            </a:r>
            <a:r>
              <a:rPr lang="en-US" sz="1400" dirty="0" err="1"/>
              <a:t>avg_items_per_orderFROM</a:t>
            </a:r>
            <a:r>
              <a:rPr lang="en-US" sz="1400" dirty="0"/>
              <a:t> </a:t>
            </a:r>
            <a:r>
              <a:rPr lang="en-US" sz="1400" dirty="0" err="1"/>
              <a:t>order_items_count</a:t>
            </a:r>
            <a:r>
              <a:rPr lang="en-US" sz="1400" dirty="0"/>
              <a:t> </a:t>
            </a:r>
            <a:r>
              <a:rPr lang="en-US" sz="1400" dirty="0" err="1"/>
              <a:t>oicJOIN</a:t>
            </a:r>
            <a:r>
              <a:rPr lang="en-US" sz="1400" dirty="0"/>
              <a:t> public."</a:t>
            </a:r>
            <a:r>
              <a:rPr lang="en-US" sz="1400" dirty="0" err="1"/>
              <a:t>FactPayment</a:t>
            </a:r>
            <a:r>
              <a:rPr lang="en-US" sz="1400" dirty="0"/>
              <a:t>" </a:t>
            </a:r>
            <a:r>
              <a:rPr lang="en-US" sz="1400" dirty="0" err="1"/>
              <a:t>fp</a:t>
            </a:r>
            <a:r>
              <a:rPr lang="en-US" sz="1400" dirty="0"/>
              <a:t>    ON </a:t>
            </a:r>
            <a:r>
              <a:rPr lang="en-US" sz="1400" dirty="0" err="1"/>
              <a:t>oic.order_id</a:t>
            </a:r>
            <a:r>
              <a:rPr lang="en-US" sz="1400" dirty="0"/>
              <a:t> = </a:t>
            </a:r>
            <a:r>
              <a:rPr lang="en-US" sz="1400" dirty="0" err="1"/>
              <a:t>fp.order_idGROUP</a:t>
            </a:r>
            <a:r>
              <a:rPr lang="en-US" sz="1400" dirty="0"/>
              <a:t> BY </a:t>
            </a:r>
            <a:r>
              <a:rPr lang="en-US" sz="1400" dirty="0" err="1"/>
              <a:t>fp.methodORDER</a:t>
            </a:r>
            <a:r>
              <a:rPr lang="en-US" sz="1400" dirty="0"/>
              <a:t> BY </a:t>
            </a:r>
            <a:r>
              <a:rPr lang="en-US" sz="1400" dirty="0" err="1"/>
              <a:t>avg_items_per_order</a:t>
            </a:r>
            <a:r>
              <a:rPr lang="en-US" sz="1400" dirty="0"/>
              <a:t> DESC;</a:t>
            </a:r>
          </a:p>
        </p:txBody>
      </p:sp>
    </p:spTree>
    <p:extLst>
      <p:ext uri="{BB962C8B-B14F-4D97-AF65-F5344CB8AC3E}">
        <p14:creationId xmlns:p14="http://schemas.microsoft.com/office/powerpoint/2010/main" val="362518856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290659-778D-FAD5-559B-C4741C992940}"/>
              </a:ext>
            </a:extLst>
          </p:cNvPr>
          <p:cNvSpPr>
            <a:spLocks noGrp="1"/>
          </p:cNvSpPr>
          <p:nvPr>
            <p:ph idx="1"/>
          </p:nvPr>
        </p:nvSpPr>
        <p:spPr>
          <a:xfrm>
            <a:off x="230522" y="437990"/>
            <a:ext cx="8994442" cy="5738973"/>
          </a:xfrm>
        </p:spPr>
        <p:txBody>
          <a:bodyPr>
            <a:normAutofit fontScale="55000" lnSpcReduction="20000"/>
          </a:bodyPr>
          <a:lstStyle/>
          <a:p>
            <a:pPr>
              <a:buFont typeface="Wingdings" panose="05000000000000000000" pitchFamily="2" charset="2"/>
              <a:buChar char="n"/>
            </a:pPr>
            <a:r>
              <a:rPr lang="en-US" sz="2800" dirty="0"/>
              <a:t>-- Q21. Which products are most frequently ordered together?</a:t>
            </a:r>
          </a:p>
          <a:p>
            <a:pPr marL="0" indent="0">
              <a:buNone/>
            </a:pPr>
            <a:r>
              <a:rPr lang="en-US" sz="2800" dirty="0"/>
              <a:t>SELECT     p1.product_name AS product_1,    p2.product_name AS product_2,    COUNT(*) AS </a:t>
            </a:r>
            <a:r>
              <a:rPr lang="en-US" sz="2800" dirty="0" err="1"/>
              <a:t>times_ordered_togetherFROM</a:t>
            </a:r>
            <a:r>
              <a:rPr lang="en-US" sz="2800" dirty="0"/>
              <a:t> public."</a:t>
            </a:r>
            <a:r>
              <a:rPr lang="en-US" sz="2800" dirty="0" err="1"/>
              <a:t>FactOrderitems</a:t>
            </a:r>
            <a:r>
              <a:rPr lang="en-US" sz="2800" dirty="0"/>
              <a:t>" oi1JOIN public."</a:t>
            </a:r>
            <a:r>
              <a:rPr lang="en-US" sz="2800" dirty="0" err="1"/>
              <a:t>FactOrderitems</a:t>
            </a:r>
            <a:r>
              <a:rPr lang="en-US" sz="2800" dirty="0"/>
              <a:t>" oi2    ON oi1.order_id = oi2.order_id   AND oi1.product_id &lt; oi2.product_idJOIN public."</a:t>
            </a:r>
            <a:r>
              <a:rPr lang="en-US" sz="2800" dirty="0" err="1"/>
              <a:t>DimProducts</a:t>
            </a:r>
            <a:r>
              <a:rPr lang="en-US" sz="2800" dirty="0"/>
              <a:t> " p1    ON oi1.product_id = p1.product_idJOIN public."</a:t>
            </a:r>
            <a:r>
              <a:rPr lang="en-US" sz="2800" dirty="0" err="1"/>
              <a:t>DimProducts</a:t>
            </a:r>
            <a:r>
              <a:rPr lang="en-US" sz="2800" dirty="0"/>
              <a:t> " p2    ON oi2.product_id = p2.product_idGROUP BY p1.product_name, p2.product_nameORDER BY </a:t>
            </a:r>
            <a:r>
              <a:rPr lang="en-US" sz="2800" dirty="0" err="1"/>
              <a:t>times_ordered_together</a:t>
            </a:r>
            <a:r>
              <a:rPr lang="en-US" sz="2800" dirty="0"/>
              <a:t> DESC;-- Q22. Which product pairs appear most often across all </a:t>
            </a:r>
            <a:r>
              <a:rPr lang="en-US" sz="2800" dirty="0" err="1"/>
              <a:t>orders?SELECT</a:t>
            </a:r>
            <a:r>
              <a:rPr lang="en-US" sz="2800" dirty="0"/>
              <a:t>     p1.product_name AS product_1,    p2.product_name AS product_2,    COUNT(*) AS </a:t>
            </a:r>
            <a:r>
              <a:rPr lang="en-US" sz="2800" dirty="0" err="1"/>
              <a:t>pair_frequencyFROM</a:t>
            </a:r>
            <a:r>
              <a:rPr lang="en-US" sz="2800" dirty="0"/>
              <a:t> public."</a:t>
            </a:r>
            <a:r>
              <a:rPr lang="en-US" sz="2800" dirty="0" err="1"/>
              <a:t>FactOrderitems</a:t>
            </a:r>
            <a:r>
              <a:rPr lang="en-US" sz="2800" dirty="0"/>
              <a:t>" oi1JOIN public."</a:t>
            </a:r>
            <a:r>
              <a:rPr lang="en-US" sz="2800" dirty="0" err="1"/>
              <a:t>FactOrderitems</a:t>
            </a:r>
            <a:r>
              <a:rPr lang="en-US" sz="2800" dirty="0"/>
              <a:t>" oi2    ON oi1.order_id = oi2.order_id   AND oi1.product_id &lt; oi2.product_idJOIN public."</a:t>
            </a:r>
            <a:r>
              <a:rPr lang="en-US" sz="2800" dirty="0" err="1"/>
              <a:t>DimProducts</a:t>
            </a:r>
            <a:r>
              <a:rPr lang="en-US" sz="2800" dirty="0"/>
              <a:t> " p1    ON oi1.product_id = p1.product_idJOIN public."</a:t>
            </a:r>
            <a:r>
              <a:rPr lang="en-US" sz="2800" dirty="0" err="1"/>
              <a:t>DimProducts</a:t>
            </a:r>
            <a:r>
              <a:rPr lang="en-US" sz="2800" dirty="0"/>
              <a:t> " p2    ON oi2.product_id = p2.product_idGROUP BY p1.product_name, p2.product_nameORDER BY </a:t>
            </a:r>
            <a:r>
              <a:rPr lang="en-US" sz="2800" dirty="0" err="1"/>
              <a:t>pair_frequency</a:t>
            </a:r>
            <a:r>
              <a:rPr lang="en-US" sz="2800" dirty="0"/>
              <a:t> DESCLIMIT 10;</a:t>
            </a:r>
          </a:p>
          <a:p>
            <a:pPr marL="0" indent="0">
              <a:buNone/>
            </a:pPr>
            <a:r>
              <a:rPr lang="en-GB" sz="2800" dirty="0"/>
              <a:t> -- Q22. Which product pairs appear most often across all orders?</a:t>
            </a:r>
          </a:p>
          <a:p>
            <a:pPr marL="0" indent="0">
              <a:buNone/>
            </a:pPr>
            <a:r>
              <a:rPr lang="en-GB" sz="2800" dirty="0"/>
              <a:t>SELECT     p1.product_name AS product_1,    p2.product_name AS product_2,    COUNT(*) AS </a:t>
            </a:r>
            <a:r>
              <a:rPr lang="en-GB" sz="2800" dirty="0" err="1"/>
              <a:t>pair_frequencyFROM</a:t>
            </a:r>
            <a:r>
              <a:rPr lang="en-GB" sz="2800" dirty="0"/>
              <a:t> public."</a:t>
            </a:r>
            <a:r>
              <a:rPr lang="en-GB" sz="2800" dirty="0" err="1"/>
              <a:t>FactOrderitems</a:t>
            </a:r>
            <a:r>
              <a:rPr lang="en-GB" sz="2800" dirty="0"/>
              <a:t>" oi1JOIN public."</a:t>
            </a:r>
            <a:r>
              <a:rPr lang="en-GB" sz="2800" dirty="0" err="1"/>
              <a:t>FactOrderitems</a:t>
            </a:r>
            <a:r>
              <a:rPr lang="en-GB" sz="2800" dirty="0"/>
              <a:t>" oi2    ON oi1.order_id = oi2.order_id   AND oi1.product_id &lt; oi2.product_idJOIN public."</a:t>
            </a:r>
            <a:r>
              <a:rPr lang="en-GB" sz="2800" dirty="0" err="1"/>
              <a:t>DimProducts</a:t>
            </a:r>
            <a:r>
              <a:rPr lang="en-GB" sz="2800" dirty="0"/>
              <a:t> " p1    ON oi1.product_id = p1.product_idJOIN public."</a:t>
            </a:r>
            <a:r>
              <a:rPr lang="en-GB" sz="2800" dirty="0" err="1"/>
              <a:t>DimProducts</a:t>
            </a:r>
            <a:r>
              <a:rPr lang="en-GB" sz="2800" dirty="0"/>
              <a:t> " p2    ON oi2.product_id = p2.product_idGROUP BY p1.product_name, p2.product_nameORDER BY </a:t>
            </a:r>
            <a:r>
              <a:rPr lang="en-GB" sz="2800" dirty="0" err="1"/>
              <a:t>pair_frequency</a:t>
            </a:r>
            <a:r>
              <a:rPr lang="en-GB" sz="2800" dirty="0"/>
              <a:t> DESCLIMIT 10;</a:t>
            </a:r>
            <a:endParaRPr lang="en-US" sz="2800" dirty="0"/>
          </a:p>
          <a:p>
            <a:pPr>
              <a:buFont typeface="Wingdings" panose="05000000000000000000" pitchFamily="2" charset="2"/>
              <a:buChar char="n"/>
            </a:pPr>
            <a:r>
              <a:rPr lang="en-US" sz="2800" dirty="0"/>
              <a:t>-- Q23. Are there product pairs that consistently drive higher order values?</a:t>
            </a:r>
          </a:p>
          <a:p>
            <a:pPr marL="0" indent="0">
              <a:buNone/>
            </a:pPr>
            <a:r>
              <a:rPr lang="en-US" sz="2800" dirty="0"/>
              <a:t>WITH </a:t>
            </a:r>
            <a:r>
              <a:rPr lang="en-US" sz="2800" dirty="0" err="1"/>
              <a:t>order_values</a:t>
            </a:r>
            <a:r>
              <a:rPr lang="en-US" sz="2800" dirty="0"/>
              <a:t> AS (    SELECT         </a:t>
            </a:r>
            <a:r>
              <a:rPr lang="en-US" sz="2800" dirty="0" err="1"/>
              <a:t>o.order_id</a:t>
            </a:r>
            <a:r>
              <a:rPr lang="en-US" sz="2800" dirty="0"/>
              <a:t>,        SUM(</a:t>
            </a:r>
            <a:r>
              <a:rPr lang="en-US" sz="2800" dirty="0" err="1"/>
              <a:t>oi.quantity</a:t>
            </a:r>
            <a:r>
              <a:rPr lang="en-US" sz="2800" dirty="0"/>
              <a:t> * </a:t>
            </a:r>
            <a:r>
              <a:rPr lang="en-US" sz="2800" dirty="0" err="1"/>
              <a:t>p.unit_price</a:t>
            </a:r>
            <a:r>
              <a:rPr lang="en-US" sz="2800" dirty="0"/>
              <a:t>) AS </a:t>
            </a:r>
            <a:r>
              <a:rPr lang="en-US" sz="2800" dirty="0" err="1"/>
              <a:t>order_value</a:t>
            </a:r>
            <a:r>
              <a:rPr lang="en-US" sz="2800" dirty="0"/>
              <a:t>    FROM public."</a:t>
            </a:r>
            <a:r>
              <a:rPr lang="en-US" sz="2800" dirty="0" err="1"/>
              <a:t>FactOrders</a:t>
            </a:r>
            <a:r>
              <a:rPr lang="en-US" sz="2800" dirty="0"/>
              <a:t> " o    JOIN public."</a:t>
            </a:r>
            <a:r>
              <a:rPr lang="en-US" sz="2800" dirty="0" err="1"/>
              <a:t>FactOrderitems</a:t>
            </a:r>
            <a:r>
              <a:rPr lang="en-US" sz="2800" dirty="0"/>
              <a:t>" oi        ON </a:t>
            </a:r>
            <a:r>
              <a:rPr lang="en-US" sz="2800" dirty="0" err="1"/>
              <a:t>o.order_id</a:t>
            </a:r>
            <a:r>
              <a:rPr lang="en-US" sz="2800" dirty="0"/>
              <a:t> = </a:t>
            </a:r>
            <a:r>
              <a:rPr lang="en-US" sz="2800" dirty="0" err="1"/>
              <a:t>oi.order_id</a:t>
            </a:r>
            <a:r>
              <a:rPr lang="en-US" sz="2800" dirty="0"/>
              <a:t>    JOIN public."</a:t>
            </a:r>
            <a:r>
              <a:rPr lang="en-US" sz="2800" dirty="0" err="1"/>
              <a:t>DimProducts</a:t>
            </a:r>
            <a:r>
              <a:rPr lang="en-US" sz="2800" dirty="0"/>
              <a:t> " p        ON </a:t>
            </a:r>
            <a:r>
              <a:rPr lang="en-US" sz="2800" dirty="0" err="1"/>
              <a:t>oi.product_id</a:t>
            </a:r>
            <a:r>
              <a:rPr lang="en-US" sz="2800" dirty="0"/>
              <a:t> = </a:t>
            </a:r>
            <a:r>
              <a:rPr lang="en-US" sz="2800" dirty="0" err="1"/>
              <a:t>p.product_id</a:t>
            </a:r>
            <a:r>
              <a:rPr lang="en-US" sz="2800" dirty="0"/>
              <a:t>    GROUP BY </a:t>
            </a:r>
            <a:r>
              <a:rPr lang="en-US" sz="2800" dirty="0" err="1"/>
              <a:t>o.order_id</a:t>
            </a:r>
            <a:r>
              <a:rPr lang="en-US" sz="2800" dirty="0"/>
              <a:t>)SELECT     p1.product_name AS product_1,    p2.product_name AS product_2,    ROUND(AVG(</a:t>
            </a:r>
            <a:r>
              <a:rPr lang="en-US" sz="2800" dirty="0" err="1"/>
              <a:t>ov.order_value</a:t>
            </a:r>
            <a:r>
              <a:rPr lang="en-US" sz="2800" dirty="0"/>
              <a:t>)::NUMERIC, 2) AS </a:t>
            </a:r>
            <a:r>
              <a:rPr lang="en-US" sz="2800" dirty="0" err="1"/>
              <a:t>avg_order_value</a:t>
            </a:r>
            <a:r>
              <a:rPr lang="en-US" sz="2800" dirty="0"/>
              <a:t>,    COUNT(*) AS </a:t>
            </a:r>
            <a:r>
              <a:rPr lang="en-US" sz="2800" dirty="0" err="1"/>
              <a:t>pair_countFROM</a:t>
            </a:r>
            <a:r>
              <a:rPr lang="en-US" sz="2800" dirty="0"/>
              <a:t> public."</a:t>
            </a:r>
            <a:r>
              <a:rPr lang="en-US" sz="2800" dirty="0" err="1"/>
              <a:t>FactOrderitems</a:t>
            </a:r>
            <a:r>
              <a:rPr lang="en-US" sz="2800" dirty="0"/>
              <a:t>" oi1JOIN public."</a:t>
            </a:r>
            <a:r>
              <a:rPr lang="en-US" sz="2800" dirty="0" err="1"/>
              <a:t>FactOrderitems</a:t>
            </a:r>
            <a:r>
              <a:rPr lang="en-US" sz="2800" dirty="0"/>
              <a:t>" oi2    ON oi1.order_id = oi2.order_id   AND oi1.product_id &lt; oi2.product_idJOIN </a:t>
            </a:r>
            <a:r>
              <a:rPr lang="en-US" sz="2800" dirty="0" err="1"/>
              <a:t>order_values</a:t>
            </a:r>
            <a:r>
              <a:rPr lang="en-US" sz="2800" dirty="0"/>
              <a:t> </a:t>
            </a:r>
            <a:r>
              <a:rPr lang="en-US" sz="2800" dirty="0" err="1"/>
              <a:t>ov</a:t>
            </a:r>
            <a:r>
              <a:rPr lang="en-US" sz="2800" dirty="0"/>
              <a:t>    ON oi1.order_id = </a:t>
            </a:r>
            <a:r>
              <a:rPr lang="en-US" sz="2800" dirty="0" err="1"/>
              <a:t>ov.order_idJOIN</a:t>
            </a:r>
            <a:r>
              <a:rPr lang="en-US" sz="2800" dirty="0"/>
              <a:t> public."</a:t>
            </a:r>
            <a:r>
              <a:rPr lang="en-US" sz="2800" dirty="0" err="1"/>
              <a:t>DimProducts</a:t>
            </a:r>
            <a:r>
              <a:rPr lang="en-US" sz="2800" dirty="0"/>
              <a:t> " p1    ON oi1.product_id = p1.product_idJOIN public."</a:t>
            </a:r>
            <a:r>
              <a:rPr lang="en-US" sz="2800" dirty="0" err="1"/>
              <a:t>DimProducts</a:t>
            </a:r>
            <a:r>
              <a:rPr lang="en-US" sz="2800" dirty="0"/>
              <a:t> " p2    ON oi2.product_id = p2.product_idGROUP BY p1.product_name, p2.product_nameHAVING COUNT(*) &gt;= 5ORDER BY </a:t>
            </a:r>
            <a:r>
              <a:rPr lang="en-US" sz="2800" dirty="0" err="1"/>
              <a:t>avg_order_value</a:t>
            </a:r>
            <a:r>
              <a:rPr lang="en-US" sz="2800" dirty="0"/>
              <a:t> DESC;</a:t>
            </a:r>
          </a:p>
          <a:p>
            <a:endParaRPr lang="en-US" dirty="0"/>
          </a:p>
        </p:txBody>
      </p:sp>
    </p:spTree>
    <p:extLst>
      <p:ext uri="{BB962C8B-B14F-4D97-AF65-F5344CB8AC3E}">
        <p14:creationId xmlns:p14="http://schemas.microsoft.com/office/powerpoint/2010/main" val="1893490487"/>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985</TotalTime>
  <Words>3820</Words>
  <Application>Microsoft Office PowerPoint</Application>
  <PresentationFormat>A4 Paper (210x297 mm)</PresentationFormat>
  <Paragraphs>103</Paragraphs>
  <Slides>23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Aptos</vt:lpstr>
      <vt:lpstr>Aptos Display</vt:lpstr>
      <vt:lpstr>Arial</vt:lpstr>
      <vt:lpstr>Mongolian Baiti</vt:lpstr>
      <vt:lpstr>Roboto</vt:lpstr>
      <vt:lpstr>Wingdings</vt:lpstr>
      <vt:lpstr>Office Theme</vt:lpstr>
      <vt:lpstr>PowerPoint Presentation</vt:lpstr>
      <vt:lpstr>Q1. How many total orders has UrbanCart received so far?</vt:lpstr>
      <vt:lpstr>PowerPoint Presentation</vt:lpstr>
      <vt:lpstr>Q5. What is the monthly trend of total orders over time?</vt:lpstr>
      <vt:lpstr>Q7.Which product categories contribute the most to total revenue?</vt:lpstr>
      <vt:lpstr>Q9.What is the Average Order Value (AOV) and Average Basket Size?</vt:lpstr>
      <vt:lpstr>Q10.Which products are at risk of stock-out due to high sales volume and low inventory?</vt:lpstr>
      <vt:lpstr>Q11.Which customers contribute the highest total revenue?</vt:lpstr>
      <vt:lpstr>Q13.Do male and female customers show different purchasing patterns by category?</vt:lpstr>
      <vt:lpstr>Q14.Which cities have the highest average order value (AOV)</vt:lpstr>
      <vt:lpstr> Q16.Which payment methods are used most frequently?</vt:lpstr>
      <vt:lpstr>Q17.Is there any relationship between payment method and order status?</vt:lpstr>
      <vt:lpstr>Q18.Do certain cities prefer specific payment methods?</vt:lpstr>
      <vt:lpstr>Q19.Are higher-value orders associated with specific payment methods?</vt:lpstr>
      <vt:lpstr>Q20.What is the average number of items per order by payment method?</vt:lpstr>
      <vt:lpstr>Q21. Which products are most frequently ordered together?</vt:lpstr>
      <vt:lpstr>Q22. Which product pairs appear most often across all orders?</vt:lpstr>
      <vt:lpstr>Q23. Are there product pairs that consistently drive higher order values?</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hasan omi</dc:creator>
  <cp:lastModifiedBy>hasan omi</cp:lastModifiedBy>
  <cp:revision>1</cp:revision>
  <dcterms:created xsi:type="dcterms:W3CDTF">2026-01-18T05:25:57Z</dcterms:created>
  <dcterms:modified xsi:type="dcterms:W3CDTF">2026-01-22T04:44:09Z</dcterms:modified>
</cp:coreProperties>
</file>